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Nunito"/>
      <p:regular r:id="rId25"/>
      <p:bold r:id="rId26"/>
      <p:italic r:id="rId27"/>
      <p:boldItalic r:id="rId28"/>
    </p:embeddedFont>
    <p:embeddedFont>
      <p:font typeface="Bebas Neue"/>
      <p:regular r:id="rId29"/>
    </p:embeddedFont>
    <p:embeddedFont>
      <p:font typeface="PT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ebasNeue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TSans-bold.fntdata"/><Relationship Id="rId30" Type="http://schemas.openxmlformats.org/officeDocument/2006/relationships/font" Target="fonts/PTSans-regular.fntdata"/><Relationship Id="rId11" Type="http://schemas.openxmlformats.org/officeDocument/2006/relationships/slide" Target="slides/slide7.xml"/><Relationship Id="rId33" Type="http://schemas.openxmlformats.org/officeDocument/2006/relationships/font" Target="fonts/PTSans-boldItalic.fntdata"/><Relationship Id="rId10" Type="http://schemas.openxmlformats.org/officeDocument/2006/relationships/slide" Target="slides/slide6.xml"/><Relationship Id="rId32" Type="http://schemas.openxmlformats.org/officeDocument/2006/relationships/font" Target="fonts/PT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49c2d534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49c2d534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70c12eb4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70c12eb4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70c12eb4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70c12eb4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70c12eb4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70c12eb4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f70c3b8e5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f70c3b8e5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70c3b8e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70c3b8e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70c3b8e5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70c3b8e5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70c3b8e5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f70c3b8e5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70c3b8e5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70c3b8e5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70c3b8e5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f70c3b8e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70c3b8e5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70c3b8e5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70c3b8e5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f70c3b8e5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70c3b8e5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f70c3b8e5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70c3b8e5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f70c3b8e5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1c871a5f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f1c871a5f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bit.ly/3A1uf1Q" TargetMode="External"/><Relationship Id="rId6" Type="http://schemas.openxmlformats.org/officeDocument/2006/relationships/hyperlink" Target="http://bit.ly/2TyoMsr" TargetMode="External"/><Relationship Id="rId7" Type="http://schemas.openxmlformats.org/officeDocument/2006/relationships/hyperlink" Target="http://bit.ly/2TtBDfr" TargetMode="Externa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850795" y="-2790360"/>
            <a:ext cx="12435573" cy="10677062"/>
            <a:chOff x="-1850795" y="-2790360"/>
            <a:chExt cx="12435573" cy="10677062"/>
          </a:xfrm>
        </p:grpSpPr>
        <p:pic>
          <p:nvPicPr>
            <p:cNvPr id="10" name="Google Shape;10;p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4407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850795" y="27432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92952" y="23050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50" y="1525050"/>
            <a:ext cx="77175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07700" y="3187350"/>
            <a:ext cx="4528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-1469274" y="-2790360"/>
            <a:ext cx="13197573" cy="10524662"/>
            <a:chOff x="-1469274" y="-2790360"/>
            <a:chExt cx="13197573" cy="10524662"/>
          </a:xfrm>
        </p:grpSpPr>
        <p:pic>
          <p:nvPicPr>
            <p:cNvPr id="17" name="Google Shape;17;p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-1469274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378756" y="25908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707795" y="22288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3"/>
          <p:cNvSpPr txBox="1"/>
          <p:nvPr>
            <p:ph type="title"/>
          </p:nvPr>
        </p:nvSpPr>
        <p:spPr>
          <a:xfrm>
            <a:off x="2038200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hasCustomPrompt="1" idx="2" type="title"/>
          </p:nvPr>
        </p:nvSpPr>
        <p:spPr>
          <a:xfrm>
            <a:off x="3941100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"/>
          <p:cNvGrpSpPr/>
          <p:nvPr/>
        </p:nvGrpSpPr>
        <p:grpSpPr>
          <a:xfrm>
            <a:off x="-1480548" y="-2872300"/>
            <a:ext cx="14875201" cy="10883236"/>
            <a:chOff x="-1480548" y="-2872300"/>
            <a:chExt cx="14875201" cy="10883236"/>
          </a:xfrm>
        </p:grpSpPr>
        <p:pic>
          <p:nvPicPr>
            <p:cNvPr id="24" name="Google Shape;24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506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" name="Google Shape;2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5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30" name="Google Shape;30;p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4864746" y="2329549"/>
            <a:ext cx="2505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1773654" y="2329549"/>
            <a:ext cx="25056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2800"/>
            </a:lvl9pPr>
          </a:lstStyle>
          <a:p/>
        </p:txBody>
      </p:sp>
      <p:sp>
        <p:nvSpPr>
          <p:cNvPr id="35" name="Google Shape;35;p5"/>
          <p:cNvSpPr txBox="1"/>
          <p:nvPr>
            <p:ph idx="3" type="subTitle"/>
          </p:nvPr>
        </p:nvSpPr>
        <p:spPr>
          <a:xfrm>
            <a:off x="4864746" y="1913150"/>
            <a:ext cx="25056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4" type="subTitle"/>
          </p:nvPr>
        </p:nvSpPr>
        <p:spPr>
          <a:xfrm>
            <a:off x="1773654" y="1913150"/>
            <a:ext cx="25056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6"/>
          <p:cNvGrpSpPr/>
          <p:nvPr/>
        </p:nvGrpSpPr>
        <p:grpSpPr>
          <a:xfrm>
            <a:off x="-1480548" y="-2872300"/>
            <a:ext cx="14875201" cy="10883236"/>
            <a:chOff x="-1480548" y="-2872300"/>
            <a:chExt cx="14875201" cy="10883236"/>
          </a:xfrm>
        </p:grpSpPr>
        <p:pic>
          <p:nvPicPr>
            <p:cNvPr id="39" name="Google Shape;3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506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" name="Google Shape;41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7"/>
          <p:cNvGrpSpPr/>
          <p:nvPr/>
        </p:nvGrpSpPr>
        <p:grpSpPr>
          <a:xfrm>
            <a:off x="-2213779" y="-3870539"/>
            <a:ext cx="14851862" cy="11516984"/>
            <a:chOff x="-2213779" y="-3870539"/>
            <a:chExt cx="14851862" cy="11516984"/>
          </a:xfrm>
        </p:grpSpPr>
        <p:pic>
          <p:nvPicPr>
            <p:cNvPr id="44" name="Google Shape;44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2384137">
              <a:off x="7113312" y="1694653"/>
              <a:ext cx="4387546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713368">
              <a:off x="-4524379" y="-1001760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" name="Google Shape;46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032800" y="1897775"/>
            <a:ext cx="5078400" cy="18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8"/>
          <p:cNvGrpSpPr/>
          <p:nvPr/>
        </p:nvGrpSpPr>
        <p:grpSpPr>
          <a:xfrm>
            <a:off x="-631595" y="-2866560"/>
            <a:ext cx="11674094" cy="10753262"/>
            <a:chOff x="-631595" y="-2866560"/>
            <a:chExt cx="11674094" cy="10753262"/>
          </a:xfrm>
        </p:grpSpPr>
        <p:pic>
          <p:nvPicPr>
            <p:cNvPr id="50" name="Google Shape;5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304799" y="418088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4692956" y="-286656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-631595" y="-24284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" name="Google Shape;53;p8"/>
          <p:cNvSpPr txBox="1"/>
          <p:nvPr>
            <p:ph type="title"/>
          </p:nvPr>
        </p:nvSpPr>
        <p:spPr>
          <a:xfrm>
            <a:off x="1768500" y="1555800"/>
            <a:ext cx="5607000" cy="20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-1850795" y="-2714160"/>
            <a:ext cx="12131294" cy="10600862"/>
            <a:chOff x="-1850795" y="-2714160"/>
            <a:chExt cx="12131294" cy="10600862"/>
          </a:xfrm>
        </p:grpSpPr>
        <p:pic>
          <p:nvPicPr>
            <p:cNvPr id="56" name="Google Shape;56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754975" y="418088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1850795" y="-271416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0800000">
              <a:off x="5892952" y="-22760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9"/>
          <p:cNvSpPr txBox="1"/>
          <p:nvPr>
            <p:ph type="title"/>
          </p:nvPr>
        </p:nvSpPr>
        <p:spPr>
          <a:xfrm>
            <a:off x="2135550" y="1717200"/>
            <a:ext cx="4872900" cy="11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2135550" y="2749200"/>
            <a:ext cx="4872900" cy="6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type="title"/>
          </p:nvPr>
        </p:nvSpPr>
        <p:spPr>
          <a:xfrm>
            <a:off x="720000" y="3957500"/>
            <a:ext cx="7704000" cy="646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1"/>
          <p:cNvGrpSpPr/>
          <p:nvPr/>
        </p:nvGrpSpPr>
        <p:grpSpPr>
          <a:xfrm>
            <a:off x="-2536595" y="-2790360"/>
            <a:ext cx="13045694" cy="10677062"/>
            <a:chOff x="-2536595" y="-2790360"/>
            <a:chExt cx="13045694" cy="10677062"/>
          </a:xfrm>
        </p:grpSpPr>
        <p:pic>
          <p:nvPicPr>
            <p:cNvPr id="66" name="Google Shape;66;p1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549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2536595" y="27432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Google Shape;68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21552" y="23050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284000" y="1840200"/>
            <a:ext cx="65760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284000" y="2872200"/>
            <a:ext cx="65760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3"/>
          <p:cNvGrpSpPr/>
          <p:nvPr/>
        </p:nvGrpSpPr>
        <p:grpSpPr>
          <a:xfrm>
            <a:off x="-6941225" y="-3393700"/>
            <a:ext cx="20649172" cy="10795036"/>
            <a:chOff x="-6941225" y="-3393700"/>
            <a:chExt cx="20649172" cy="10795036"/>
          </a:xfrm>
        </p:grpSpPr>
        <p:pic>
          <p:nvPicPr>
            <p:cNvPr id="74" name="Google Shape;7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58405" y="-3393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6941225" y="36955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hasCustomPrompt="1" idx="2" type="title"/>
          </p:nvPr>
        </p:nvSpPr>
        <p:spPr>
          <a:xfrm>
            <a:off x="1505376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hasCustomPrompt="1" idx="3" type="title"/>
          </p:nvPr>
        </p:nvSpPr>
        <p:spPr>
          <a:xfrm>
            <a:off x="1505376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hasCustomPrompt="1" idx="4" type="title"/>
          </p:nvPr>
        </p:nvSpPr>
        <p:spPr>
          <a:xfrm>
            <a:off x="4204647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hasCustomPrompt="1" idx="5" type="title"/>
          </p:nvPr>
        </p:nvSpPr>
        <p:spPr>
          <a:xfrm>
            <a:off x="4204647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hasCustomPrompt="1" idx="6" type="title"/>
          </p:nvPr>
        </p:nvSpPr>
        <p:spPr>
          <a:xfrm>
            <a:off x="6903924" y="1595483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7" type="title"/>
          </p:nvPr>
        </p:nvSpPr>
        <p:spPr>
          <a:xfrm>
            <a:off x="6903924" y="2963554"/>
            <a:ext cx="734700" cy="64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1" type="subTitle"/>
          </p:nvPr>
        </p:nvSpPr>
        <p:spPr>
          <a:xfrm>
            <a:off x="719976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8" type="subTitle"/>
          </p:nvPr>
        </p:nvSpPr>
        <p:spPr>
          <a:xfrm>
            <a:off x="3419247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9" type="subTitle"/>
          </p:nvPr>
        </p:nvSpPr>
        <p:spPr>
          <a:xfrm>
            <a:off x="6118524" y="2165799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3" type="subTitle"/>
          </p:nvPr>
        </p:nvSpPr>
        <p:spPr>
          <a:xfrm>
            <a:off x="719976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4" type="subTitle"/>
          </p:nvPr>
        </p:nvSpPr>
        <p:spPr>
          <a:xfrm>
            <a:off x="3419247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5" type="subTitle"/>
          </p:nvPr>
        </p:nvSpPr>
        <p:spPr>
          <a:xfrm>
            <a:off x="6118524" y="3533863"/>
            <a:ext cx="23055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14"/>
          <p:cNvGrpSpPr/>
          <p:nvPr/>
        </p:nvGrpSpPr>
        <p:grpSpPr>
          <a:xfrm>
            <a:off x="-3610824" y="-3076700"/>
            <a:ext cx="13964498" cy="11110286"/>
            <a:chOff x="-3610824" y="-3076700"/>
            <a:chExt cx="13964498" cy="11110286"/>
          </a:xfrm>
        </p:grpSpPr>
        <p:pic>
          <p:nvPicPr>
            <p:cNvPr id="91" name="Google Shape;91;p1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610824" y="43277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4004131" y="-3076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54830" y="26228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4"/>
          <p:cNvSpPr txBox="1"/>
          <p:nvPr>
            <p:ph type="title"/>
          </p:nvPr>
        </p:nvSpPr>
        <p:spPr>
          <a:xfrm>
            <a:off x="713225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5" name="Google Shape;95;p14"/>
          <p:cNvSpPr txBox="1"/>
          <p:nvPr>
            <p:ph hasCustomPrompt="1" idx="2" type="title"/>
          </p:nvPr>
        </p:nvSpPr>
        <p:spPr>
          <a:xfrm>
            <a:off x="713225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5"/>
          <p:cNvGrpSpPr/>
          <p:nvPr/>
        </p:nvGrpSpPr>
        <p:grpSpPr>
          <a:xfrm flipH="1">
            <a:off x="-1324824" y="-3076700"/>
            <a:ext cx="13888298" cy="11110286"/>
            <a:chOff x="-3610824" y="-3076700"/>
            <a:chExt cx="13888298" cy="11110286"/>
          </a:xfrm>
        </p:grpSpPr>
        <p:pic>
          <p:nvPicPr>
            <p:cNvPr id="98" name="Google Shape;98;p1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10800000">
              <a:off x="-3610824" y="43277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0800000">
              <a:off x="3927931" y="-3076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78630" y="23180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5"/>
          <p:cNvSpPr txBox="1"/>
          <p:nvPr>
            <p:ph type="title"/>
          </p:nvPr>
        </p:nvSpPr>
        <p:spPr>
          <a:xfrm>
            <a:off x="3363175" y="2610600"/>
            <a:ext cx="50676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2" name="Google Shape;102;p15"/>
          <p:cNvSpPr txBox="1"/>
          <p:nvPr>
            <p:ph hasCustomPrompt="1" idx="2" type="title"/>
          </p:nvPr>
        </p:nvSpPr>
        <p:spPr>
          <a:xfrm>
            <a:off x="7168975" y="1578600"/>
            <a:ext cx="1261800" cy="110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6"/>
          <p:cNvGrpSpPr/>
          <p:nvPr/>
        </p:nvGrpSpPr>
        <p:grpSpPr>
          <a:xfrm>
            <a:off x="-2260370" y="-3171360"/>
            <a:ext cx="14292948" cy="11899686"/>
            <a:chOff x="-2260370" y="-3171360"/>
            <a:chExt cx="14292948" cy="11899686"/>
          </a:xfrm>
        </p:grpSpPr>
        <p:pic>
          <p:nvPicPr>
            <p:cNvPr id="105" name="Google Shape;105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10800000">
              <a:off x="-2260370" y="-279035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9027" y="3584825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88575" y="-3171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" name="Google Shape;108;p16"/>
          <p:cNvSpPr txBox="1"/>
          <p:nvPr>
            <p:ph type="title"/>
          </p:nvPr>
        </p:nvSpPr>
        <p:spPr>
          <a:xfrm>
            <a:off x="1882800" y="2995350"/>
            <a:ext cx="5378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9" name="Google Shape;109;p16"/>
          <p:cNvSpPr txBox="1"/>
          <p:nvPr>
            <p:ph idx="1" type="subTitle"/>
          </p:nvPr>
        </p:nvSpPr>
        <p:spPr>
          <a:xfrm>
            <a:off x="1145850" y="1501650"/>
            <a:ext cx="6852300" cy="15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7"/>
          <p:cNvGrpSpPr/>
          <p:nvPr/>
        </p:nvGrpSpPr>
        <p:grpSpPr>
          <a:xfrm>
            <a:off x="-6941225" y="-3393700"/>
            <a:ext cx="20649172" cy="10947436"/>
            <a:chOff x="-6941225" y="-3393700"/>
            <a:chExt cx="20649172" cy="10947436"/>
          </a:xfrm>
        </p:grpSpPr>
        <p:pic>
          <p:nvPicPr>
            <p:cNvPr id="112" name="Google Shape;112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358405" y="-33937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6941225" y="38479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8"/>
          <p:cNvGrpSpPr/>
          <p:nvPr/>
        </p:nvGrpSpPr>
        <p:grpSpPr>
          <a:xfrm>
            <a:off x="-3694018" y="-5071080"/>
            <a:ext cx="14621927" cy="12895533"/>
            <a:chOff x="-3694018" y="-5071080"/>
            <a:chExt cx="14621927" cy="12895533"/>
          </a:xfrm>
        </p:grpSpPr>
        <p:pic>
          <p:nvPicPr>
            <p:cNvPr id="117" name="Google Shape;117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376372">
              <a:off x="6272500" y="2456652"/>
              <a:ext cx="4387545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8262288">
              <a:off x="-3637250" y="-247668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9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122" name="Google Shape;122;p1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8986821">
            <a:off x="-4910578" y="3999905"/>
            <a:ext cx="9144003" cy="370582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>
            <p:ph type="title"/>
          </p:nvPr>
        </p:nvSpPr>
        <p:spPr>
          <a:xfrm>
            <a:off x="720000" y="1455450"/>
            <a:ext cx="3824700" cy="15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" type="subTitle"/>
          </p:nvPr>
        </p:nvSpPr>
        <p:spPr>
          <a:xfrm>
            <a:off x="720000" y="2949150"/>
            <a:ext cx="3824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9" name="Google Shape;129;p20"/>
          <p:cNvSpPr/>
          <p:nvPr>
            <p:ph idx="2" type="pic"/>
          </p:nvPr>
        </p:nvSpPr>
        <p:spPr>
          <a:xfrm>
            <a:off x="5257800" y="0"/>
            <a:ext cx="3886200" cy="51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21"/>
          <p:cNvGrpSpPr/>
          <p:nvPr/>
        </p:nvGrpSpPr>
        <p:grpSpPr>
          <a:xfrm>
            <a:off x="-5950625" y="-3546100"/>
            <a:ext cx="19201372" cy="10947436"/>
            <a:chOff x="-5950625" y="-3546100"/>
            <a:chExt cx="19201372" cy="10947436"/>
          </a:xfrm>
        </p:grpSpPr>
        <p:pic>
          <p:nvPicPr>
            <p:cNvPr id="132" name="Google Shape;132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6901205" y="-35461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5950625" y="36955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21"/>
          <p:cNvSpPr txBox="1"/>
          <p:nvPr>
            <p:ph type="title"/>
          </p:nvPr>
        </p:nvSpPr>
        <p:spPr>
          <a:xfrm>
            <a:off x="713225" y="1686300"/>
            <a:ext cx="33120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subTitle"/>
          </p:nvPr>
        </p:nvSpPr>
        <p:spPr>
          <a:xfrm>
            <a:off x="713225" y="2718300"/>
            <a:ext cx="33120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2"/>
          <p:cNvGrpSpPr/>
          <p:nvPr/>
        </p:nvGrpSpPr>
        <p:grpSpPr>
          <a:xfrm>
            <a:off x="-3447082" y="-4551434"/>
            <a:ext cx="14122109" cy="12508820"/>
            <a:chOff x="-3447082" y="-4551434"/>
            <a:chExt cx="14122109" cy="12508820"/>
          </a:xfrm>
        </p:grpSpPr>
        <p:pic>
          <p:nvPicPr>
            <p:cNvPr id="138" name="Google Shape;138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2700000">
              <a:off x="-2271122" y="-3753450"/>
              <a:ext cx="4387544" cy="5143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1531025" y="42515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22"/>
          <p:cNvSpPr txBox="1"/>
          <p:nvPr>
            <p:ph type="title"/>
          </p:nvPr>
        </p:nvSpPr>
        <p:spPr>
          <a:xfrm>
            <a:off x="4412839" y="1919450"/>
            <a:ext cx="35934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" type="subTitle"/>
          </p:nvPr>
        </p:nvSpPr>
        <p:spPr>
          <a:xfrm>
            <a:off x="4413010" y="2485150"/>
            <a:ext cx="35934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23"/>
          <p:cNvGrpSpPr/>
          <p:nvPr/>
        </p:nvGrpSpPr>
        <p:grpSpPr>
          <a:xfrm>
            <a:off x="-4816000" y="-3066585"/>
            <a:ext cx="17191922" cy="11191412"/>
            <a:chOff x="-4816000" y="-3066585"/>
            <a:chExt cx="17191922" cy="11191412"/>
          </a:xfrm>
        </p:grpSpPr>
        <p:pic>
          <p:nvPicPr>
            <p:cNvPr id="144" name="Google Shape;144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6026380" y="2981325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762000" y="-306658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4816000" y="425156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3"/>
          <p:cNvSpPr txBox="1"/>
          <p:nvPr>
            <p:ph type="title"/>
          </p:nvPr>
        </p:nvSpPr>
        <p:spPr>
          <a:xfrm>
            <a:off x="1319058" y="2009550"/>
            <a:ext cx="4012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" type="subTitle"/>
          </p:nvPr>
        </p:nvSpPr>
        <p:spPr>
          <a:xfrm>
            <a:off x="1319058" y="2579850"/>
            <a:ext cx="40122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2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721389" y="448056"/>
            <a:ext cx="77085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714113" y="1248250"/>
            <a:ext cx="7708800" cy="9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25"/>
          <p:cNvGrpSpPr/>
          <p:nvPr/>
        </p:nvGrpSpPr>
        <p:grpSpPr>
          <a:xfrm>
            <a:off x="-3370882" y="-4551434"/>
            <a:ext cx="16760534" cy="12565970"/>
            <a:chOff x="-3370882" y="-4551434"/>
            <a:chExt cx="16760534" cy="12565970"/>
          </a:xfrm>
        </p:grpSpPr>
        <p:pic>
          <p:nvPicPr>
            <p:cNvPr id="154" name="Google Shape;154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-2700000">
              <a:off x="-2194922" y="-3753450"/>
              <a:ext cx="4387544" cy="51434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4245650" y="43087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" type="subTitle"/>
          </p:nvPr>
        </p:nvSpPr>
        <p:spPr>
          <a:xfrm>
            <a:off x="4898325" y="2188025"/>
            <a:ext cx="24609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2" type="subTitle"/>
          </p:nvPr>
        </p:nvSpPr>
        <p:spPr>
          <a:xfrm>
            <a:off x="1784750" y="2188025"/>
            <a:ext cx="24609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" name="Google Shape;159;p25"/>
          <p:cNvSpPr txBox="1"/>
          <p:nvPr>
            <p:ph idx="3" type="subTitle"/>
          </p:nvPr>
        </p:nvSpPr>
        <p:spPr>
          <a:xfrm>
            <a:off x="1784751" y="1771625"/>
            <a:ext cx="2460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4" type="subTitle"/>
          </p:nvPr>
        </p:nvSpPr>
        <p:spPr>
          <a:xfrm>
            <a:off x="4898350" y="1771625"/>
            <a:ext cx="24609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26"/>
          <p:cNvGrpSpPr/>
          <p:nvPr/>
        </p:nvGrpSpPr>
        <p:grpSpPr>
          <a:xfrm>
            <a:off x="-5121707" y="-3896607"/>
            <a:ext cx="18958404" cy="12282396"/>
            <a:chOff x="-5121707" y="-3896607"/>
            <a:chExt cx="18958404" cy="12282396"/>
          </a:xfrm>
        </p:grpSpPr>
        <p:pic>
          <p:nvPicPr>
            <p:cNvPr id="163" name="Google Shape;163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-6886526">
              <a:off x="6996455" y="-2508075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2969597">
              <a:off x="-5315200" y="1853115"/>
              <a:ext cx="9144002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26"/>
          <p:cNvSpPr txBox="1"/>
          <p:nvPr>
            <p:ph idx="1" type="subTitle"/>
          </p:nvPr>
        </p:nvSpPr>
        <p:spPr>
          <a:xfrm>
            <a:off x="4764002" y="1794875"/>
            <a:ext cx="30954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subTitle"/>
          </p:nvPr>
        </p:nvSpPr>
        <p:spPr>
          <a:xfrm>
            <a:off x="1284598" y="1794875"/>
            <a:ext cx="3095400" cy="20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27"/>
          <p:cNvGrpSpPr/>
          <p:nvPr/>
        </p:nvGrpSpPr>
        <p:grpSpPr>
          <a:xfrm>
            <a:off x="-2013950" y="-2872300"/>
            <a:ext cx="9144003" cy="10883236"/>
            <a:chOff x="-2013950" y="-2872300"/>
            <a:chExt cx="9144003" cy="10883236"/>
          </a:xfrm>
        </p:grpSpPr>
        <p:pic>
          <p:nvPicPr>
            <p:cNvPr id="170" name="Google Shape;170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>
              <a:off x="-1480548" y="-28723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1" name="Google Shape;17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800000">
              <a:off x="-2013950" y="4305115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2" name="Google Shape;172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715100" y="1558275"/>
            <a:ext cx="3558900" cy="23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  <p:sp>
        <p:nvSpPr>
          <p:cNvPr id="174" name="Google Shape;174;p27"/>
          <p:cNvSpPr txBox="1"/>
          <p:nvPr>
            <p:ph idx="2" type="body"/>
          </p:nvPr>
        </p:nvSpPr>
        <p:spPr>
          <a:xfrm>
            <a:off x="4871800" y="1554479"/>
            <a:ext cx="3557100" cy="23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152933"/>
              </a:buClr>
              <a:buSzPts val="1200"/>
              <a:buFont typeface="Nuni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28"/>
          <p:cNvGrpSpPr/>
          <p:nvPr/>
        </p:nvGrpSpPr>
        <p:grpSpPr>
          <a:xfrm>
            <a:off x="-5486707" y="-2618585"/>
            <a:ext cx="16111256" cy="10964488"/>
            <a:chOff x="-5486707" y="-2618585"/>
            <a:chExt cx="16111256" cy="10964488"/>
          </a:xfrm>
        </p:grpSpPr>
        <p:pic>
          <p:nvPicPr>
            <p:cNvPr id="177" name="Google Shape;177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rot="-9497111">
              <a:off x="-5125598" y="3079989"/>
              <a:ext cx="9144001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6237002" y="-2618585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9" name="Google Shape;179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1" type="subTitle"/>
          </p:nvPr>
        </p:nvSpPr>
        <p:spPr>
          <a:xfrm>
            <a:off x="713197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28"/>
          <p:cNvSpPr txBox="1"/>
          <p:nvPr>
            <p:ph idx="2" type="subTitle"/>
          </p:nvPr>
        </p:nvSpPr>
        <p:spPr>
          <a:xfrm>
            <a:off x="3417146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28"/>
          <p:cNvSpPr txBox="1"/>
          <p:nvPr>
            <p:ph idx="3" type="subTitle"/>
          </p:nvPr>
        </p:nvSpPr>
        <p:spPr>
          <a:xfrm>
            <a:off x="6121103" y="2372530"/>
            <a:ext cx="23097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28"/>
          <p:cNvSpPr txBox="1"/>
          <p:nvPr>
            <p:ph idx="4" type="subTitle"/>
          </p:nvPr>
        </p:nvSpPr>
        <p:spPr>
          <a:xfrm>
            <a:off x="713197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" name="Google Shape;184;p28"/>
          <p:cNvSpPr txBox="1"/>
          <p:nvPr>
            <p:ph idx="5" type="subTitle"/>
          </p:nvPr>
        </p:nvSpPr>
        <p:spPr>
          <a:xfrm>
            <a:off x="3417150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5" name="Google Shape;185;p28"/>
          <p:cNvSpPr txBox="1"/>
          <p:nvPr>
            <p:ph idx="6" type="subTitle"/>
          </p:nvPr>
        </p:nvSpPr>
        <p:spPr>
          <a:xfrm>
            <a:off x="6121103" y="195612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9"/>
          <p:cNvGrpSpPr/>
          <p:nvPr/>
        </p:nvGrpSpPr>
        <p:grpSpPr>
          <a:xfrm>
            <a:off x="-1408557" y="-2971010"/>
            <a:ext cx="15719281" cy="12321938"/>
            <a:chOff x="-1408557" y="-2971010"/>
            <a:chExt cx="15719281" cy="12321938"/>
          </a:xfrm>
        </p:grpSpPr>
        <p:pic>
          <p:nvPicPr>
            <p:cNvPr id="188" name="Google Shape;18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 rot="9497111">
              <a:off x="4805613" y="4085014"/>
              <a:ext cx="9144001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-1408557" y="-297101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1" name="Google Shape;191;p29"/>
          <p:cNvSpPr txBox="1"/>
          <p:nvPr>
            <p:ph idx="1" type="subTitle"/>
          </p:nvPr>
        </p:nvSpPr>
        <p:spPr>
          <a:xfrm>
            <a:off x="713197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3417148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3" type="subTitle"/>
          </p:nvPr>
        </p:nvSpPr>
        <p:spPr>
          <a:xfrm>
            <a:off x="6121103" y="3432280"/>
            <a:ext cx="2309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4" type="subTitle"/>
          </p:nvPr>
        </p:nvSpPr>
        <p:spPr>
          <a:xfrm>
            <a:off x="713197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5" type="subTitle"/>
          </p:nvPr>
        </p:nvSpPr>
        <p:spPr>
          <a:xfrm>
            <a:off x="3417148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6" name="Google Shape;196;p29"/>
          <p:cNvSpPr txBox="1"/>
          <p:nvPr>
            <p:ph idx="6" type="subTitle"/>
          </p:nvPr>
        </p:nvSpPr>
        <p:spPr>
          <a:xfrm>
            <a:off x="6121103" y="3015875"/>
            <a:ext cx="2309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30"/>
          <p:cNvGrpSpPr/>
          <p:nvPr/>
        </p:nvGrpSpPr>
        <p:grpSpPr>
          <a:xfrm>
            <a:off x="-3664625" y="-3171360"/>
            <a:ext cx="15888147" cy="11219987"/>
            <a:chOff x="-3664625" y="-3171360"/>
            <a:chExt cx="15888147" cy="11219987"/>
          </a:xfrm>
        </p:grpSpPr>
        <p:pic>
          <p:nvPicPr>
            <p:cNvPr id="199" name="Google Shape;199;p3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5873980" y="2905125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3664625" y="-3171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30"/>
          <p:cNvSpPr txBox="1"/>
          <p:nvPr>
            <p:ph idx="1" type="subTitle"/>
          </p:nvPr>
        </p:nvSpPr>
        <p:spPr>
          <a:xfrm>
            <a:off x="1519924" y="176780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30"/>
          <p:cNvSpPr txBox="1"/>
          <p:nvPr>
            <p:ph idx="2" type="subTitle"/>
          </p:nvPr>
        </p:nvSpPr>
        <p:spPr>
          <a:xfrm>
            <a:off x="4813076" y="176780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4" name="Google Shape;204;p30"/>
          <p:cNvSpPr txBox="1"/>
          <p:nvPr>
            <p:ph idx="3" type="subTitle"/>
          </p:nvPr>
        </p:nvSpPr>
        <p:spPr>
          <a:xfrm>
            <a:off x="1519924" y="327605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5" name="Google Shape;205;p30"/>
          <p:cNvSpPr txBox="1"/>
          <p:nvPr>
            <p:ph idx="4" type="subTitle"/>
          </p:nvPr>
        </p:nvSpPr>
        <p:spPr>
          <a:xfrm>
            <a:off x="4813076" y="3276050"/>
            <a:ext cx="28110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30"/>
          <p:cNvSpPr txBox="1"/>
          <p:nvPr>
            <p:ph idx="5" type="subTitle"/>
          </p:nvPr>
        </p:nvSpPr>
        <p:spPr>
          <a:xfrm>
            <a:off x="1519924" y="135140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idx="6" type="subTitle"/>
          </p:nvPr>
        </p:nvSpPr>
        <p:spPr>
          <a:xfrm>
            <a:off x="1519924" y="285965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8" name="Google Shape;208;p30"/>
          <p:cNvSpPr txBox="1"/>
          <p:nvPr>
            <p:ph idx="7" type="subTitle"/>
          </p:nvPr>
        </p:nvSpPr>
        <p:spPr>
          <a:xfrm>
            <a:off x="4813049" y="135140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9" name="Google Shape;209;p30"/>
          <p:cNvSpPr txBox="1"/>
          <p:nvPr>
            <p:ph idx="8" type="subTitle"/>
          </p:nvPr>
        </p:nvSpPr>
        <p:spPr>
          <a:xfrm>
            <a:off x="4813049" y="2859650"/>
            <a:ext cx="28110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31"/>
          <p:cNvGrpSpPr/>
          <p:nvPr/>
        </p:nvGrpSpPr>
        <p:grpSpPr>
          <a:xfrm flipH="1">
            <a:off x="-3336773" y="-4209191"/>
            <a:ext cx="14286840" cy="11676792"/>
            <a:chOff x="-1736573" y="-4209191"/>
            <a:chExt cx="14286840" cy="11676792"/>
          </a:xfrm>
        </p:grpSpPr>
        <p:pic>
          <p:nvPicPr>
            <p:cNvPr id="212" name="Google Shape;212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3" name="Google Shape;213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720034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31"/>
          <p:cNvSpPr txBox="1"/>
          <p:nvPr>
            <p:ph idx="2" type="subTitle"/>
          </p:nvPr>
        </p:nvSpPr>
        <p:spPr>
          <a:xfrm>
            <a:off x="3359400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3" type="subTitle"/>
          </p:nvPr>
        </p:nvSpPr>
        <p:spPr>
          <a:xfrm>
            <a:off x="2039717" y="3306550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31"/>
          <p:cNvSpPr txBox="1"/>
          <p:nvPr>
            <p:ph idx="4" type="subTitle"/>
          </p:nvPr>
        </p:nvSpPr>
        <p:spPr>
          <a:xfrm>
            <a:off x="4679083" y="3306550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31"/>
          <p:cNvSpPr txBox="1"/>
          <p:nvPr>
            <p:ph idx="5" type="subTitle"/>
          </p:nvPr>
        </p:nvSpPr>
        <p:spPr>
          <a:xfrm>
            <a:off x="5998766" y="1808086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0" name="Google Shape;220;p31"/>
          <p:cNvSpPr txBox="1"/>
          <p:nvPr>
            <p:ph idx="6" type="subTitle"/>
          </p:nvPr>
        </p:nvSpPr>
        <p:spPr>
          <a:xfrm>
            <a:off x="720034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1" name="Google Shape;221;p31"/>
          <p:cNvSpPr txBox="1"/>
          <p:nvPr>
            <p:ph idx="7" type="subTitle"/>
          </p:nvPr>
        </p:nvSpPr>
        <p:spPr>
          <a:xfrm>
            <a:off x="3359400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2" name="Google Shape;222;p31"/>
          <p:cNvSpPr txBox="1"/>
          <p:nvPr>
            <p:ph idx="8" type="subTitle"/>
          </p:nvPr>
        </p:nvSpPr>
        <p:spPr>
          <a:xfrm>
            <a:off x="5998766" y="139167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3" name="Google Shape;223;p31"/>
          <p:cNvSpPr txBox="1"/>
          <p:nvPr>
            <p:ph idx="9" type="subTitle"/>
          </p:nvPr>
        </p:nvSpPr>
        <p:spPr>
          <a:xfrm>
            <a:off x="2039717" y="2890152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4" name="Google Shape;224;p31"/>
          <p:cNvSpPr txBox="1"/>
          <p:nvPr>
            <p:ph idx="13" type="subTitle"/>
          </p:nvPr>
        </p:nvSpPr>
        <p:spPr>
          <a:xfrm>
            <a:off x="4679083" y="2890152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32"/>
          <p:cNvGrpSpPr/>
          <p:nvPr/>
        </p:nvGrpSpPr>
        <p:grpSpPr>
          <a:xfrm>
            <a:off x="-1736573" y="-4209191"/>
            <a:ext cx="14286840" cy="11676792"/>
            <a:chOff x="-1736573" y="-4209191"/>
            <a:chExt cx="14286840" cy="11676792"/>
          </a:xfrm>
        </p:grpSpPr>
        <p:pic>
          <p:nvPicPr>
            <p:cNvPr id="227" name="Google Shape;227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9" name="Google Shape;229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0" name="Google Shape;230;p32"/>
          <p:cNvSpPr txBox="1"/>
          <p:nvPr>
            <p:ph idx="1" type="subTitle"/>
          </p:nvPr>
        </p:nvSpPr>
        <p:spPr>
          <a:xfrm>
            <a:off x="720034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1" name="Google Shape;231;p32"/>
          <p:cNvSpPr txBox="1"/>
          <p:nvPr>
            <p:ph idx="2" type="subTitle"/>
          </p:nvPr>
        </p:nvSpPr>
        <p:spPr>
          <a:xfrm>
            <a:off x="3359402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2" name="Google Shape;232;p32"/>
          <p:cNvSpPr txBox="1"/>
          <p:nvPr>
            <p:ph idx="3" type="subTitle"/>
          </p:nvPr>
        </p:nvSpPr>
        <p:spPr>
          <a:xfrm>
            <a:off x="720034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3" name="Google Shape;233;p32"/>
          <p:cNvSpPr txBox="1"/>
          <p:nvPr>
            <p:ph idx="4" type="subTitle"/>
          </p:nvPr>
        </p:nvSpPr>
        <p:spPr>
          <a:xfrm>
            <a:off x="3359400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4" name="Google Shape;234;p32"/>
          <p:cNvSpPr txBox="1"/>
          <p:nvPr>
            <p:ph idx="5" type="subTitle"/>
          </p:nvPr>
        </p:nvSpPr>
        <p:spPr>
          <a:xfrm>
            <a:off x="5998766" y="1808099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5" name="Google Shape;235;p32"/>
          <p:cNvSpPr txBox="1"/>
          <p:nvPr>
            <p:ph idx="6" type="subTitle"/>
          </p:nvPr>
        </p:nvSpPr>
        <p:spPr>
          <a:xfrm>
            <a:off x="5998766" y="3306563"/>
            <a:ext cx="24252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6" name="Google Shape;236;p32"/>
          <p:cNvSpPr txBox="1"/>
          <p:nvPr>
            <p:ph idx="7" type="subTitle"/>
          </p:nvPr>
        </p:nvSpPr>
        <p:spPr>
          <a:xfrm>
            <a:off x="720034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7" name="Google Shape;237;p32"/>
          <p:cNvSpPr txBox="1"/>
          <p:nvPr>
            <p:ph idx="8" type="subTitle"/>
          </p:nvPr>
        </p:nvSpPr>
        <p:spPr>
          <a:xfrm>
            <a:off x="3359402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8" name="Google Shape;238;p32"/>
          <p:cNvSpPr txBox="1"/>
          <p:nvPr>
            <p:ph idx="9" type="subTitle"/>
          </p:nvPr>
        </p:nvSpPr>
        <p:spPr>
          <a:xfrm>
            <a:off x="5998766" y="1391688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9" name="Google Shape;239;p32"/>
          <p:cNvSpPr txBox="1"/>
          <p:nvPr>
            <p:ph idx="13" type="subTitle"/>
          </p:nvPr>
        </p:nvSpPr>
        <p:spPr>
          <a:xfrm>
            <a:off x="720034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14" type="subTitle"/>
          </p:nvPr>
        </p:nvSpPr>
        <p:spPr>
          <a:xfrm>
            <a:off x="3359402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1" name="Google Shape;241;p32"/>
          <p:cNvSpPr txBox="1"/>
          <p:nvPr>
            <p:ph idx="15" type="subTitle"/>
          </p:nvPr>
        </p:nvSpPr>
        <p:spPr>
          <a:xfrm>
            <a:off x="5998766" y="2890165"/>
            <a:ext cx="2425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ine columns">
  <p:cSld name="CUSTOM_7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33"/>
          <p:cNvGrpSpPr/>
          <p:nvPr/>
        </p:nvGrpSpPr>
        <p:grpSpPr>
          <a:xfrm>
            <a:off x="-1736573" y="-4209191"/>
            <a:ext cx="14286840" cy="11676792"/>
            <a:chOff x="-1736573" y="-4209191"/>
            <a:chExt cx="14286840" cy="11676792"/>
          </a:xfrm>
        </p:grpSpPr>
        <p:pic>
          <p:nvPicPr>
            <p:cNvPr id="244" name="Google Shape;244;p3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1736573" y="232410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141246">
              <a:off x="5786796" y="-1363711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6" name="Google Shape;24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" name="Google Shape;247;p33"/>
          <p:cNvSpPr txBox="1"/>
          <p:nvPr>
            <p:ph idx="1" type="subTitle"/>
          </p:nvPr>
        </p:nvSpPr>
        <p:spPr>
          <a:xfrm>
            <a:off x="1222750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8" name="Google Shape;248;p33"/>
          <p:cNvSpPr txBox="1"/>
          <p:nvPr>
            <p:ph idx="2" type="subTitle"/>
          </p:nvPr>
        </p:nvSpPr>
        <p:spPr>
          <a:xfrm>
            <a:off x="3617876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9" name="Google Shape;249;p33"/>
          <p:cNvSpPr txBox="1"/>
          <p:nvPr>
            <p:ph idx="3" type="subTitle"/>
          </p:nvPr>
        </p:nvSpPr>
        <p:spPr>
          <a:xfrm>
            <a:off x="1222750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4" type="subTitle"/>
          </p:nvPr>
        </p:nvSpPr>
        <p:spPr>
          <a:xfrm>
            <a:off x="3617876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1" name="Google Shape;251;p33"/>
          <p:cNvSpPr txBox="1"/>
          <p:nvPr>
            <p:ph idx="5" type="subTitle"/>
          </p:nvPr>
        </p:nvSpPr>
        <p:spPr>
          <a:xfrm>
            <a:off x="6007550" y="1608317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6" type="subTitle"/>
          </p:nvPr>
        </p:nvSpPr>
        <p:spPr>
          <a:xfrm>
            <a:off x="6007550" y="2741972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7" type="subTitle"/>
          </p:nvPr>
        </p:nvSpPr>
        <p:spPr>
          <a:xfrm>
            <a:off x="1221250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4" name="Google Shape;254;p33"/>
          <p:cNvSpPr txBox="1"/>
          <p:nvPr>
            <p:ph idx="8" type="subTitle"/>
          </p:nvPr>
        </p:nvSpPr>
        <p:spPr>
          <a:xfrm>
            <a:off x="3616376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9" type="subTitle"/>
          </p:nvPr>
        </p:nvSpPr>
        <p:spPr>
          <a:xfrm>
            <a:off x="6006050" y="1191925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13" type="subTitle"/>
          </p:nvPr>
        </p:nvSpPr>
        <p:spPr>
          <a:xfrm>
            <a:off x="1221250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7" name="Google Shape;257;p33"/>
          <p:cNvSpPr txBox="1"/>
          <p:nvPr>
            <p:ph idx="14" type="subTitle"/>
          </p:nvPr>
        </p:nvSpPr>
        <p:spPr>
          <a:xfrm>
            <a:off x="3616376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8" name="Google Shape;258;p33"/>
          <p:cNvSpPr txBox="1"/>
          <p:nvPr>
            <p:ph idx="15" type="subTitle"/>
          </p:nvPr>
        </p:nvSpPr>
        <p:spPr>
          <a:xfrm>
            <a:off x="6006050" y="2325578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9" name="Google Shape;259;p33"/>
          <p:cNvSpPr txBox="1"/>
          <p:nvPr>
            <p:ph idx="16" type="subTitle"/>
          </p:nvPr>
        </p:nvSpPr>
        <p:spPr>
          <a:xfrm>
            <a:off x="1222750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0" name="Google Shape;260;p33"/>
          <p:cNvSpPr txBox="1"/>
          <p:nvPr>
            <p:ph idx="17" type="subTitle"/>
          </p:nvPr>
        </p:nvSpPr>
        <p:spPr>
          <a:xfrm>
            <a:off x="3617876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" name="Google Shape;261;p33"/>
          <p:cNvSpPr txBox="1"/>
          <p:nvPr>
            <p:ph idx="18" type="subTitle"/>
          </p:nvPr>
        </p:nvSpPr>
        <p:spPr>
          <a:xfrm>
            <a:off x="6007550" y="3875625"/>
            <a:ext cx="1913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2" name="Google Shape;262;p33"/>
          <p:cNvSpPr txBox="1"/>
          <p:nvPr>
            <p:ph idx="19" type="subTitle"/>
          </p:nvPr>
        </p:nvSpPr>
        <p:spPr>
          <a:xfrm>
            <a:off x="1221250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3" name="Google Shape;263;p33"/>
          <p:cNvSpPr txBox="1"/>
          <p:nvPr>
            <p:ph idx="20" type="subTitle"/>
          </p:nvPr>
        </p:nvSpPr>
        <p:spPr>
          <a:xfrm>
            <a:off x="3616376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21" type="subTitle"/>
          </p:nvPr>
        </p:nvSpPr>
        <p:spPr>
          <a:xfrm>
            <a:off x="6006050" y="3459230"/>
            <a:ext cx="19167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4"/>
          <p:cNvGrpSpPr/>
          <p:nvPr/>
        </p:nvGrpSpPr>
        <p:grpSpPr>
          <a:xfrm>
            <a:off x="-3509179" y="-4022939"/>
            <a:ext cx="14394662" cy="11669384"/>
            <a:chOff x="-3509179" y="-4022939"/>
            <a:chExt cx="14394662" cy="11669384"/>
          </a:xfrm>
        </p:grpSpPr>
        <p:pic>
          <p:nvPicPr>
            <p:cNvPr id="267" name="Google Shape;267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 rot="2384137">
              <a:off x="-2371954" y="1694653"/>
              <a:ext cx="4387546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8" name="Google Shape;26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5713368">
              <a:off x="4052077" y="-1154160"/>
              <a:ext cx="9144006" cy="37058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9" name="Google Shape;269;p34"/>
          <p:cNvSpPr txBox="1"/>
          <p:nvPr>
            <p:ph hasCustomPrompt="1" type="title"/>
          </p:nvPr>
        </p:nvSpPr>
        <p:spPr>
          <a:xfrm>
            <a:off x="2223600" y="603432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34"/>
          <p:cNvSpPr txBox="1"/>
          <p:nvPr>
            <p:ph idx="1" type="subTitle"/>
          </p:nvPr>
        </p:nvSpPr>
        <p:spPr>
          <a:xfrm>
            <a:off x="2223600" y="1404421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1" name="Google Shape;271;p34"/>
          <p:cNvSpPr txBox="1"/>
          <p:nvPr>
            <p:ph hasCustomPrompt="1" idx="2" type="title"/>
          </p:nvPr>
        </p:nvSpPr>
        <p:spPr>
          <a:xfrm>
            <a:off x="2223600" y="1955688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2" name="Google Shape;272;p34"/>
          <p:cNvSpPr txBox="1"/>
          <p:nvPr>
            <p:ph idx="3" type="subTitle"/>
          </p:nvPr>
        </p:nvSpPr>
        <p:spPr>
          <a:xfrm>
            <a:off x="2223600" y="2756697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3" name="Google Shape;273;p34"/>
          <p:cNvSpPr txBox="1"/>
          <p:nvPr>
            <p:ph hasCustomPrompt="1" idx="4" type="title"/>
          </p:nvPr>
        </p:nvSpPr>
        <p:spPr>
          <a:xfrm>
            <a:off x="2223600" y="3307944"/>
            <a:ext cx="4696800" cy="877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4" name="Google Shape;274;p34"/>
          <p:cNvSpPr txBox="1"/>
          <p:nvPr>
            <p:ph idx="5" type="subTitle"/>
          </p:nvPr>
        </p:nvSpPr>
        <p:spPr>
          <a:xfrm>
            <a:off x="2223600" y="4108968"/>
            <a:ext cx="4696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35"/>
          <p:cNvGrpSpPr/>
          <p:nvPr/>
        </p:nvGrpSpPr>
        <p:grpSpPr>
          <a:xfrm>
            <a:off x="-2384195" y="-2866560"/>
            <a:ext cx="14035773" cy="10829462"/>
            <a:chOff x="-2384195" y="-2866560"/>
            <a:chExt cx="14035773" cy="10829462"/>
          </a:xfrm>
        </p:grpSpPr>
        <p:pic>
          <p:nvPicPr>
            <p:cNvPr id="277" name="Google Shape;277;p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-2384195" y="-28665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302035" y="2819400"/>
              <a:ext cx="6349542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1165517" y="2152650"/>
              <a:ext cx="4387547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0" name="Google Shape;280;p35"/>
          <p:cNvSpPr txBox="1"/>
          <p:nvPr>
            <p:ph type="title"/>
          </p:nvPr>
        </p:nvSpPr>
        <p:spPr>
          <a:xfrm>
            <a:off x="2347950" y="821063"/>
            <a:ext cx="4448100" cy="11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1" name="Google Shape;281;p35"/>
          <p:cNvSpPr txBox="1"/>
          <p:nvPr>
            <p:ph idx="1" type="subTitle"/>
          </p:nvPr>
        </p:nvSpPr>
        <p:spPr>
          <a:xfrm>
            <a:off x="2347950" y="1717431"/>
            <a:ext cx="4448100" cy="10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/>
        </p:nvSpPr>
        <p:spPr>
          <a:xfrm>
            <a:off x="2099100" y="3527556"/>
            <a:ext cx="494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000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36"/>
          <p:cNvGrpSpPr/>
          <p:nvPr/>
        </p:nvGrpSpPr>
        <p:grpSpPr>
          <a:xfrm>
            <a:off x="-3653639" y="-2790360"/>
            <a:ext cx="15724511" cy="11210106"/>
            <a:chOff x="-3653639" y="-2790360"/>
            <a:chExt cx="15724511" cy="11210106"/>
          </a:xfrm>
        </p:grpSpPr>
        <p:pic>
          <p:nvPicPr>
            <p:cNvPr id="285" name="Google Shape;285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440775" y="-279036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6" name="Google Shape;286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1660645">
              <a:off x="-2822346" y="2095850"/>
              <a:ext cx="6349545" cy="51435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1557935">
              <a:off x="6778778" y="1904999"/>
              <a:ext cx="4387548" cy="51435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37"/>
          <p:cNvGrpSpPr/>
          <p:nvPr/>
        </p:nvGrpSpPr>
        <p:grpSpPr>
          <a:xfrm>
            <a:off x="-3038425" y="-2885610"/>
            <a:ext cx="15526757" cy="10936860"/>
            <a:chOff x="-3038425" y="-2885610"/>
            <a:chExt cx="15526757" cy="10936860"/>
          </a:xfrm>
        </p:grpSpPr>
        <p:pic>
          <p:nvPicPr>
            <p:cNvPr id="290" name="Google Shape;290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 flipH="1">
              <a:off x="330951" y="-2885610"/>
              <a:ext cx="9144003" cy="37058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-1028951">
              <a:off x="5521633" y="2085974"/>
              <a:ext cx="634954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600190">
              <a:off x="-2117498" y="1333498"/>
              <a:ext cx="4387549" cy="514350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ctrTitle"/>
          </p:nvPr>
        </p:nvSpPr>
        <p:spPr>
          <a:xfrm>
            <a:off x="713250" y="1525050"/>
            <a:ext cx="7717500" cy="16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Onboarding: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Introduction to Cocotb</a:t>
            </a:r>
            <a:endParaRPr sz="4200"/>
          </a:p>
        </p:txBody>
      </p:sp>
      <p:sp>
        <p:nvSpPr>
          <p:cNvPr id="298" name="Google Shape;298;p38"/>
          <p:cNvSpPr txBox="1"/>
          <p:nvPr>
            <p:ph idx="1" type="subTitle"/>
          </p:nvPr>
        </p:nvSpPr>
        <p:spPr>
          <a:xfrm>
            <a:off x="2307700" y="3187350"/>
            <a:ext cx="45288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 Silicon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</a:t>
            </a:r>
            <a:r>
              <a:rPr lang="en" sz="3000"/>
              <a:t>ocotb</a:t>
            </a:r>
            <a:endParaRPr sz="3000"/>
          </a:p>
        </p:txBody>
      </p:sp>
      <p:sp>
        <p:nvSpPr>
          <p:cNvPr id="304" name="Google Shape;304;p39"/>
          <p:cNvSpPr txBox="1"/>
          <p:nvPr>
            <p:ph idx="4294967295" type="subTitle"/>
          </p:nvPr>
        </p:nvSpPr>
        <p:spPr>
          <a:xfrm>
            <a:off x="637625" y="1017725"/>
            <a:ext cx="80517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Cocotb: </a:t>
            </a:r>
            <a:r>
              <a:rPr b="1" lang="en" sz="1500"/>
              <a:t>co</a:t>
            </a:r>
            <a:r>
              <a:rPr lang="en" sz="1500"/>
              <a:t>routine-based </a:t>
            </a:r>
            <a:r>
              <a:rPr b="1" lang="en" sz="1500"/>
              <a:t>co</a:t>
            </a:r>
            <a:r>
              <a:rPr lang="en" sz="1500"/>
              <a:t>simulation </a:t>
            </a:r>
            <a:r>
              <a:rPr b="1" lang="en" sz="1500"/>
              <a:t>t</a:t>
            </a:r>
            <a:r>
              <a:rPr lang="en" sz="1500"/>
              <a:t>est</a:t>
            </a:r>
            <a:r>
              <a:rPr b="1" lang="en" sz="1500"/>
              <a:t>b</a:t>
            </a:r>
            <a:r>
              <a:rPr lang="en" sz="1500"/>
              <a:t>ench environment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Verification with Python – allows access to Python libraries for flexibility and scaling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Also needs a simulator (we will use ModelSim)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34495E"/>
                </a:solidFill>
              </a:rPr>
              <a:t>Coroutine: A Python async function that can yield control</a:t>
            </a:r>
            <a:endParaRPr i="1" sz="1500">
              <a:solidFill>
                <a:srgbClr val="34495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rgbClr val="34495E"/>
                </a:solidFill>
              </a:rPr>
              <a:t>Task: A running instance of a coroutine</a:t>
            </a:r>
            <a:endParaRPr i="1" sz="1500">
              <a:solidFill>
                <a:srgbClr val="34495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305" name="Google Shape;305;p39" title="Screenshot 2026-08-14 at 12.19.2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813" y="3076050"/>
            <a:ext cx="8689327" cy="1299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40" title="Screenshot 2026-08-14 at 12.20.1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313" y="1135426"/>
            <a:ext cx="7633376" cy="3240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0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Cocotb</a:t>
            </a:r>
            <a:endParaRPr sz="3000"/>
          </a:p>
        </p:txBody>
      </p:sp>
      <p:sp>
        <p:nvSpPr>
          <p:cNvPr id="312" name="Google Shape;312;p40"/>
          <p:cNvSpPr txBox="1"/>
          <p:nvPr>
            <p:ph idx="4294967295" type="subTitle"/>
          </p:nvPr>
        </p:nvSpPr>
        <p:spPr>
          <a:xfrm>
            <a:off x="806875" y="1203250"/>
            <a:ext cx="8051700" cy="33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77B4"/>
                </a:solidFill>
              </a:rPr>
              <a:t>Reading a signal value:</a:t>
            </a:r>
            <a:endParaRPr b="1" sz="1500">
              <a:solidFill>
                <a:srgbClr val="1F77B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77B4"/>
                </a:solidFill>
              </a:rPr>
              <a:t>Writing a signal value:</a:t>
            </a:r>
            <a:endParaRPr b="1" sz="1500">
              <a:solidFill>
                <a:srgbClr val="1F77B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77B4"/>
                </a:solidFill>
              </a:rPr>
              <a:t>Waiting for events:</a:t>
            </a:r>
            <a:endParaRPr b="1" sz="1500">
              <a:solidFill>
                <a:srgbClr val="1F77B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Cocotb Test Example</a:t>
            </a:r>
            <a:endParaRPr sz="3000"/>
          </a:p>
        </p:txBody>
      </p:sp>
      <p:pic>
        <p:nvPicPr>
          <p:cNvPr id="318" name="Google Shape;318;p41" title="Screenshot 2026-08-14 at 12.22.5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2488" y="1325425"/>
            <a:ext cx="6856775" cy="299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Cocotb Test Example</a:t>
            </a:r>
            <a:endParaRPr sz="3000"/>
          </a:p>
        </p:txBody>
      </p:sp>
      <p:pic>
        <p:nvPicPr>
          <p:cNvPr id="324" name="Google Shape;324;p42" title="Screenshot 2026-08-14 at 12.23.26 AM.png"/>
          <p:cNvPicPr preferRelativeResize="0"/>
          <p:nvPr/>
        </p:nvPicPr>
        <p:blipFill rotWithShape="1">
          <a:blip r:embed="rId3">
            <a:alphaModFix/>
          </a:blip>
          <a:srcRect b="0" l="0" r="13164" t="0"/>
          <a:stretch/>
        </p:blipFill>
        <p:spPr>
          <a:xfrm>
            <a:off x="513900" y="1124850"/>
            <a:ext cx="3186500" cy="2705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2"/>
          <p:cNvSpPr txBox="1"/>
          <p:nvPr/>
        </p:nvSpPr>
        <p:spPr>
          <a:xfrm>
            <a:off x="513900" y="3896275"/>
            <a:ext cx="47121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4 bit counter			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Asynchronous reset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Increments on clock edge	Output wraps at 15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26" name="Google Shape;326;p42" title="Screenshot 2026-08-14 at 12.25.4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9050" y="1124850"/>
            <a:ext cx="5028152" cy="270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3"/>
          <p:cNvSpPr txBox="1"/>
          <p:nvPr>
            <p:ph type="title"/>
          </p:nvPr>
        </p:nvSpPr>
        <p:spPr>
          <a:xfrm>
            <a:off x="678750" y="2156100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Note: The following slides are for using cocotb with UVM style verification and are mostly for reference. It gets complicated and might take some time to fully understand these concepts. </a:t>
            </a:r>
            <a:endParaRPr sz="2000"/>
          </a:p>
        </p:txBody>
      </p:sp>
      <p:sp>
        <p:nvSpPr>
          <p:cNvPr id="332" name="Google Shape;332;p43"/>
          <p:cNvSpPr txBox="1"/>
          <p:nvPr/>
        </p:nvSpPr>
        <p:spPr>
          <a:xfrm>
            <a:off x="6761775" y="4604000"/>
            <a:ext cx="34428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 pip install cocotb-uvm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4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Transactions </a:t>
            </a:r>
            <a:endParaRPr sz="3000"/>
          </a:p>
        </p:txBody>
      </p:sp>
      <p:pic>
        <p:nvPicPr>
          <p:cNvPr id="338" name="Google Shape;338;p44" title="Screenshot 2026-08-14 at 12.35.5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3950" y="1301700"/>
            <a:ext cx="7629851" cy="254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4"/>
          <p:cNvSpPr txBox="1"/>
          <p:nvPr/>
        </p:nvSpPr>
        <p:spPr>
          <a:xfrm>
            <a:off x="917400" y="3985400"/>
            <a:ext cx="61641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Data objects that move through the design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5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Drivers</a:t>
            </a:r>
            <a:r>
              <a:rPr lang="en" sz="3000"/>
              <a:t> </a:t>
            </a:r>
            <a:endParaRPr sz="3000"/>
          </a:p>
        </p:txBody>
      </p:sp>
      <p:pic>
        <p:nvPicPr>
          <p:cNvPr id="345" name="Google Shape;345;p45" title="Screenshot 2026-08-14 at 12.38.11 AM.png"/>
          <p:cNvPicPr preferRelativeResize="0"/>
          <p:nvPr/>
        </p:nvPicPr>
        <p:blipFill rotWithShape="1">
          <a:blip r:embed="rId3">
            <a:alphaModFix/>
          </a:blip>
          <a:srcRect b="0" l="0" r="0" t="3633"/>
          <a:stretch/>
        </p:blipFill>
        <p:spPr>
          <a:xfrm>
            <a:off x="713225" y="1072375"/>
            <a:ext cx="7436552" cy="332585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5"/>
          <p:cNvSpPr txBox="1"/>
          <p:nvPr/>
        </p:nvSpPr>
        <p:spPr>
          <a:xfrm>
            <a:off x="713225" y="4452875"/>
            <a:ext cx="5937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Drivers convert transactions into actual signal toggles on the DUT</a:t>
            </a:r>
            <a:endParaRPr sz="1500">
              <a:solidFill>
                <a:srgbClr val="34495E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6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Monitors</a:t>
            </a:r>
            <a:endParaRPr sz="3000"/>
          </a:p>
        </p:txBody>
      </p:sp>
      <p:sp>
        <p:nvSpPr>
          <p:cNvPr id="352" name="Google Shape;352;p46"/>
          <p:cNvSpPr txBox="1"/>
          <p:nvPr/>
        </p:nvSpPr>
        <p:spPr>
          <a:xfrm>
            <a:off x="713225" y="4452875"/>
            <a:ext cx="59373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4495E"/>
                </a:solidFill>
                <a:latin typeface="Nunito"/>
                <a:ea typeface="Nunito"/>
                <a:cs typeface="Nunito"/>
                <a:sym typeface="Nunito"/>
              </a:rPr>
              <a:t>Monitors observe DUT signals and create transactions</a:t>
            </a:r>
            <a:endParaRPr sz="1500">
              <a:solidFill>
                <a:srgbClr val="34495E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53" name="Google Shape;353;p46" title="Screenshot 2026-08-14 at 12.39.1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625" y="1017726"/>
            <a:ext cx="8054124" cy="338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Stimulus (sequences or sequence items)</a:t>
            </a:r>
            <a:endParaRPr sz="3000"/>
          </a:p>
        </p:txBody>
      </p:sp>
      <p:pic>
        <p:nvPicPr>
          <p:cNvPr id="359" name="Google Shape;359;p47" title="Screenshot 2026-08-14 at 12.41.5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50" y="1170125"/>
            <a:ext cx="5423509" cy="343387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7"/>
          <p:cNvSpPr txBox="1"/>
          <p:nvPr/>
        </p:nvSpPr>
        <p:spPr>
          <a:xfrm>
            <a:off x="6411325" y="1721375"/>
            <a:ext cx="1896600" cy="22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is what drives the DUT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8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Agents (bundling what we have so far)</a:t>
            </a:r>
            <a:endParaRPr sz="3000"/>
          </a:p>
        </p:txBody>
      </p:sp>
      <p:pic>
        <p:nvPicPr>
          <p:cNvPr id="366" name="Google Shape;366;p48" title="Screenshot 2026-08-14 at 12.42.4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250" y="1396875"/>
            <a:ext cx="7073249" cy="245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9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Scoreboards</a:t>
            </a:r>
            <a:endParaRPr sz="3000"/>
          </a:p>
        </p:txBody>
      </p:sp>
      <p:pic>
        <p:nvPicPr>
          <p:cNvPr id="372" name="Google Shape;372;p49" title="Screenshot 2026-08-14 at 12.44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775" y="1180450"/>
            <a:ext cx="7712299" cy="3071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49"/>
          <p:cNvSpPr txBox="1"/>
          <p:nvPr/>
        </p:nvSpPr>
        <p:spPr>
          <a:xfrm>
            <a:off x="1051375" y="4360125"/>
            <a:ext cx="7328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Verify correctness by comparing predicted vs actual results. With more complex problems, python is a great language to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simulate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and create the expected results you want. 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0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Environment</a:t>
            </a:r>
            <a:endParaRPr sz="3000"/>
          </a:p>
        </p:txBody>
      </p:sp>
      <p:pic>
        <p:nvPicPr>
          <p:cNvPr id="379" name="Google Shape;379;p50" title="Screenshot 2026-08-14 at 12.45.5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625" y="1149525"/>
            <a:ext cx="7918450" cy="271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1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Tests</a:t>
            </a:r>
            <a:endParaRPr sz="3000"/>
          </a:p>
        </p:txBody>
      </p:sp>
      <p:pic>
        <p:nvPicPr>
          <p:cNvPr id="385" name="Google Shape;385;p51" title="Screenshot 2026-08-14 at 12.46.1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100" y="1083863"/>
            <a:ext cx="7093851" cy="322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1"/>
          <p:cNvSpPr txBox="1"/>
          <p:nvPr/>
        </p:nvSpPr>
        <p:spPr>
          <a:xfrm>
            <a:off x="1080100" y="4377200"/>
            <a:ext cx="39477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Configure and run sequences 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2"/>
          <p:cNvSpPr txBox="1"/>
          <p:nvPr>
            <p:ph type="title"/>
          </p:nvPr>
        </p:nvSpPr>
        <p:spPr>
          <a:xfrm>
            <a:off x="637625" y="445025"/>
            <a:ext cx="7786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Putting it all together</a:t>
            </a:r>
            <a:endParaRPr sz="3000"/>
          </a:p>
        </p:txBody>
      </p:sp>
      <p:pic>
        <p:nvPicPr>
          <p:cNvPr id="392" name="Google Shape;392;p52" title="Screenshot 2026-08-14 at 12.46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088" y="1205975"/>
            <a:ext cx="6871826" cy="315635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2"/>
          <p:cNvSpPr txBox="1"/>
          <p:nvPr/>
        </p:nvSpPr>
        <p:spPr>
          <a:xfrm>
            <a:off x="1136100" y="4444250"/>
            <a:ext cx="62772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Customize the makefile to your specifics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3"/>
          <p:cNvSpPr txBox="1"/>
          <p:nvPr/>
        </p:nvSpPr>
        <p:spPr>
          <a:xfrm>
            <a:off x="998150" y="2087950"/>
            <a:ext cx="5866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End</a:t>
            </a:r>
            <a:endParaRPr b="1" sz="48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merging Therapies in Nephrotic Syndrome by Slidesgo">
  <a:themeElements>
    <a:clrScheme name="Simple Light">
      <a:dk1>
        <a:srgbClr val="1D1D1C"/>
      </a:dk1>
      <a:lt1>
        <a:srgbClr val="FFFFFF"/>
      </a:lt1>
      <a:dk2>
        <a:srgbClr val="4A4A48"/>
      </a:dk2>
      <a:lt2>
        <a:srgbClr val="73736F"/>
      </a:lt2>
      <a:accent1>
        <a:srgbClr val="C4C4BE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