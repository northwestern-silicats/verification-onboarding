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Nunito"/>
      <p:regular r:id="rId17"/>
      <p:bold r:id="rId18"/>
      <p:italic r:id="rId19"/>
      <p:boldItalic r:id="rId20"/>
    </p:embeddedFont>
    <p:embeddedFont>
      <p:font typeface="Bebas Neue"/>
      <p:regular r:id="rId21"/>
    </p:embeddedFont>
    <p:embeddedFont>
      <p:font typeface="PT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22" Type="http://schemas.openxmlformats.org/officeDocument/2006/relationships/font" Target="fonts/PTSans-regular.fntdata"/><Relationship Id="rId21" Type="http://schemas.openxmlformats.org/officeDocument/2006/relationships/font" Target="fonts/BebasNeue-regular.fntdata"/><Relationship Id="rId24" Type="http://schemas.openxmlformats.org/officeDocument/2006/relationships/font" Target="fonts/PTSans-italic.fntdata"/><Relationship Id="rId23" Type="http://schemas.openxmlformats.org/officeDocument/2006/relationships/font" Target="fonts/PT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PT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aleway-regular.fntdata"/><Relationship Id="rId12" Type="http://schemas.openxmlformats.org/officeDocument/2006/relationships/slide" Target="slides/slide8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Nunito-regular.fntdata"/><Relationship Id="rId16" Type="http://schemas.openxmlformats.org/officeDocument/2006/relationships/font" Target="fonts/Raleway-boldItalic.fntdata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70c12eb4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70c12eb4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1c871a5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1c871a5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4c8a6ea0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4c8a6ea0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55696fb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55696fb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69cd5d94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f69cd5d94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1c871a5f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f1c871a5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850795" y="-2790360"/>
            <a:ext cx="12435573" cy="10677062"/>
            <a:chOff x="-1850795" y="-2790360"/>
            <a:chExt cx="12435573" cy="10677062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8507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929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-1469274" y="-2790360"/>
            <a:ext cx="13197573" cy="10524662"/>
            <a:chOff x="-1469274" y="-2790360"/>
            <a:chExt cx="13197573" cy="10524662"/>
          </a:xfrm>
        </p:grpSpPr>
        <p:pic>
          <p:nvPicPr>
            <p:cNvPr id="17" name="Google Shape;17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-1469274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378756" y="25908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707795" y="22288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3"/>
          <p:cNvSpPr txBox="1"/>
          <p:nvPr>
            <p:ph type="title"/>
          </p:nvPr>
        </p:nvSpPr>
        <p:spPr>
          <a:xfrm>
            <a:off x="2038200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hasCustomPrompt="1" idx="2" type="title"/>
          </p:nvPr>
        </p:nvSpPr>
        <p:spPr>
          <a:xfrm>
            <a:off x="3941100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5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30" name="Google Shape;30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4864746" y="2329549"/>
            <a:ext cx="2505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1773654" y="2329549"/>
            <a:ext cx="2505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3" type="subTitle"/>
          </p:nvPr>
        </p:nvSpPr>
        <p:spPr>
          <a:xfrm>
            <a:off x="4864746" y="1913150"/>
            <a:ext cx="25056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4" type="subTitle"/>
          </p:nvPr>
        </p:nvSpPr>
        <p:spPr>
          <a:xfrm>
            <a:off x="1773654" y="1913150"/>
            <a:ext cx="25056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6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39" name="Google Shape;3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4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7"/>
          <p:cNvGrpSpPr/>
          <p:nvPr/>
        </p:nvGrpSpPr>
        <p:grpSpPr>
          <a:xfrm>
            <a:off x="-2213779" y="-3870539"/>
            <a:ext cx="14851862" cy="11516984"/>
            <a:chOff x="-2213779" y="-3870539"/>
            <a:chExt cx="14851862" cy="11516984"/>
          </a:xfrm>
        </p:grpSpPr>
        <p:pic>
          <p:nvPicPr>
            <p:cNvPr id="44" name="Google Shape;4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384137">
              <a:off x="7113312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713368">
              <a:off x="-4524379" y="-10017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" name="Google Shape;46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032800" y="1897775"/>
            <a:ext cx="5078400" cy="18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8"/>
          <p:cNvGrpSpPr/>
          <p:nvPr/>
        </p:nvGrpSpPr>
        <p:grpSpPr>
          <a:xfrm>
            <a:off x="-631595" y="-2866560"/>
            <a:ext cx="11674094" cy="10753262"/>
            <a:chOff x="-631595" y="-2866560"/>
            <a:chExt cx="11674094" cy="10753262"/>
          </a:xfrm>
        </p:grpSpPr>
        <p:pic>
          <p:nvPicPr>
            <p:cNvPr id="50" name="Google Shape;5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304799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4692956" y="-28665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-631595" y="-24284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8"/>
          <p:cNvSpPr txBox="1"/>
          <p:nvPr>
            <p:ph type="title"/>
          </p:nvPr>
        </p:nvSpPr>
        <p:spPr>
          <a:xfrm>
            <a:off x="1768500" y="1555800"/>
            <a:ext cx="56070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-1850795" y="-2714160"/>
            <a:ext cx="12131294" cy="10600862"/>
            <a:chOff x="-1850795" y="-2714160"/>
            <a:chExt cx="12131294" cy="10600862"/>
          </a:xfrm>
        </p:grpSpPr>
        <p:pic>
          <p:nvPicPr>
            <p:cNvPr id="56" name="Google Shape;56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754975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1850795" y="-27141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0800000">
              <a:off x="5892952" y="-22760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9"/>
          <p:cNvSpPr txBox="1"/>
          <p:nvPr>
            <p:ph type="title"/>
          </p:nvPr>
        </p:nvSpPr>
        <p:spPr>
          <a:xfrm>
            <a:off x="2135550" y="1717200"/>
            <a:ext cx="48729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2135550" y="2749200"/>
            <a:ext cx="48729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57500"/>
            <a:ext cx="7704000" cy="646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1"/>
          <p:cNvGrpSpPr/>
          <p:nvPr/>
        </p:nvGrpSpPr>
        <p:grpSpPr>
          <a:xfrm>
            <a:off x="-2536595" y="-2790360"/>
            <a:ext cx="13045694" cy="10677062"/>
            <a:chOff x="-2536595" y="-2790360"/>
            <a:chExt cx="13045694" cy="10677062"/>
          </a:xfrm>
        </p:grpSpPr>
        <p:pic>
          <p:nvPicPr>
            <p:cNvPr id="66" name="Google Shape;66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549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25365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215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284000" y="1840200"/>
            <a:ext cx="65760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284000" y="2872200"/>
            <a:ext cx="65760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3"/>
          <p:cNvGrpSpPr/>
          <p:nvPr/>
        </p:nvGrpSpPr>
        <p:grpSpPr>
          <a:xfrm>
            <a:off x="-6941225" y="-3393700"/>
            <a:ext cx="20649172" cy="10795036"/>
            <a:chOff x="-6941225" y="-3393700"/>
            <a:chExt cx="20649172" cy="10795036"/>
          </a:xfrm>
        </p:grpSpPr>
        <p:pic>
          <p:nvPicPr>
            <p:cNvPr id="74" name="Google Shape;7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58405" y="-3393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6941225" y="36955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2" type="title"/>
          </p:nvPr>
        </p:nvSpPr>
        <p:spPr>
          <a:xfrm>
            <a:off x="1505376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3" type="title"/>
          </p:nvPr>
        </p:nvSpPr>
        <p:spPr>
          <a:xfrm>
            <a:off x="1505376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4" type="title"/>
          </p:nvPr>
        </p:nvSpPr>
        <p:spPr>
          <a:xfrm>
            <a:off x="4204647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5" type="title"/>
          </p:nvPr>
        </p:nvSpPr>
        <p:spPr>
          <a:xfrm>
            <a:off x="4204647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6" type="title"/>
          </p:nvPr>
        </p:nvSpPr>
        <p:spPr>
          <a:xfrm>
            <a:off x="6903924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7" type="title"/>
          </p:nvPr>
        </p:nvSpPr>
        <p:spPr>
          <a:xfrm>
            <a:off x="6903924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719976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8" type="subTitle"/>
          </p:nvPr>
        </p:nvSpPr>
        <p:spPr>
          <a:xfrm>
            <a:off x="3419247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9" type="subTitle"/>
          </p:nvPr>
        </p:nvSpPr>
        <p:spPr>
          <a:xfrm>
            <a:off x="6118524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3" type="subTitle"/>
          </p:nvPr>
        </p:nvSpPr>
        <p:spPr>
          <a:xfrm>
            <a:off x="719976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4" type="subTitle"/>
          </p:nvPr>
        </p:nvSpPr>
        <p:spPr>
          <a:xfrm>
            <a:off x="3419247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5" type="subTitle"/>
          </p:nvPr>
        </p:nvSpPr>
        <p:spPr>
          <a:xfrm>
            <a:off x="6118524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4"/>
          <p:cNvGrpSpPr/>
          <p:nvPr/>
        </p:nvGrpSpPr>
        <p:grpSpPr>
          <a:xfrm>
            <a:off x="-3610824" y="-3076700"/>
            <a:ext cx="13964498" cy="11110286"/>
            <a:chOff x="-3610824" y="-3076700"/>
            <a:chExt cx="13964498" cy="11110286"/>
          </a:xfrm>
        </p:grpSpPr>
        <p:pic>
          <p:nvPicPr>
            <p:cNvPr id="91" name="Google Shape;91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610824" y="43277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4004131" y="-3076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54830" y="26228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4"/>
          <p:cNvSpPr txBox="1"/>
          <p:nvPr>
            <p:ph type="title"/>
          </p:nvPr>
        </p:nvSpPr>
        <p:spPr>
          <a:xfrm>
            <a:off x="713225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5" name="Google Shape;95;p14"/>
          <p:cNvSpPr txBox="1"/>
          <p:nvPr>
            <p:ph hasCustomPrompt="1" idx="2" type="title"/>
          </p:nvPr>
        </p:nvSpPr>
        <p:spPr>
          <a:xfrm>
            <a:off x="713225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5"/>
          <p:cNvGrpSpPr/>
          <p:nvPr/>
        </p:nvGrpSpPr>
        <p:grpSpPr>
          <a:xfrm flipH="1">
            <a:off x="-1324824" y="-3076700"/>
            <a:ext cx="13888298" cy="11110286"/>
            <a:chOff x="-3610824" y="-3076700"/>
            <a:chExt cx="13888298" cy="11110286"/>
          </a:xfrm>
        </p:grpSpPr>
        <p:pic>
          <p:nvPicPr>
            <p:cNvPr id="98" name="Google Shape;98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610824" y="43277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3927931" y="-3076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78630" y="23180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5"/>
          <p:cNvSpPr txBox="1"/>
          <p:nvPr>
            <p:ph type="title"/>
          </p:nvPr>
        </p:nvSpPr>
        <p:spPr>
          <a:xfrm>
            <a:off x="3363175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15"/>
          <p:cNvSpPr txBox="1"/>
          <p:nvPr>
            <p:ph hasCustomPrompt="1" idx="2" type="title"/>
          </p:nvPr>
        </p:nvSpPr>
        <p:spPr>
          <a:xfrm>
            <a:off x="7168975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-2260370" y="-3171360"/>
            <a:ext cx="14292948" cy="11899686"/>
            <a:chOff x="-2260370" y="-3171360"/>
            <a:chExt cx="14292948" cy="11899686"/>
          </a:xfrm>
        </p:grpSpPr>
        <p:pic>
          <p:nvPicPr>
            <p:cNvPr id="105" name="Google Shape;105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-2260370" y="-279035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9027" y="3584825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88575" y="-3171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6"/>
          <p:cNvSpPr txBox="1"/>
          <p:nvPr>
            <p:ph type="title"/>
          </p:nvPr>
        </p:nvSpPr>
        <p:spPr>
          <a:xfrm>
            <a:off x="1882800" y="2995350"/>
            <a:ext cx="5378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1145850" y="1501650"/>
            <a:ext cx="6852300" cy="15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7"/>
          <p:cNvGrpSpPr/>
          <p:nvPr/>
        </p:nvGrpSpPr>
        <p:grpSpPr>
          <a:xfrm>
            <a:off x="-6941225" y="-3393700"/>
            <a:ext cx="20649172" cy="10947436"/>
            <a:chOff x="-6941225" y="-3393700"/>
            <a:chExt cx="20649172" cy="10947436"/>
          </a:xfrm>
        </p:grpSpPr>
        <p:pic>
          <p:nvPicPr>
            <p:cNvPr id="112" name="Google Shape;112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58405" y="-3393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6941225" y="38479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8"/>
          <p:cNvGrpSpPr/>
          <p:nvPr/>
        </p:nvGrpSpPr>
        <p:grpSpPr>
          <a:xfrm>
            <a:off x="-3694018" y="-5071080"/>
            <a:ext cx="14621927" cy="12895533"/>
            <a:chOff x="-3694018" y="-5071080"/>
            <a:chExt cx="14621927" cy="12895533"/>
          </a:xfrm>
        </p:grpSpPr>
        <p:pic>
          <p:nvPicPr>
            <p:cNvPr id="117" name="Google Shape;117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376372">
              <a:off x="6272500" y="2456652"/>
              <a:ext cx="4387545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8262288">
              <a:off x="-3637250" y="-247668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22" name="Google Shape;122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8986821">
            <a:off x="-4910578" y="3999905"/>
            <a:ext cx="9144003" cy="370582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type="title"/>
          </p:nvPr>
        </p:nvSpPr>
        <p:spPr>
          <a:xfrm>
            <a:off x="720000" y="1455450"/>
            <a:ext cx="38247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" type="subTitle"/>
          </p:nvPr>
        </p:nvSpPr>
        <p:spPr>
          <a:xfrm>
            <a:off x="720000" y="2949150"/>
            <a:ext cx="3824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" name="Google Shape;129;p20"/>
          <p:cNvSpPr/>
          <p:nvPr>
            <p:ph idx="2" type="pic"/>
          </p:nvPr>
        </p:nvSpPr>
        <p:spPr>
          <a:xfrm>
            <a:off x="5257800" y="0"/>
            <a:ext cx="3886200" cy="51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1"/>
          <p:cNvGrpSpPr/>
          <p:nvPr/>
        </p:nvGrpSpPr>
        <p:grpSpPr>
          <a:xfrm>
            <a:off x="-5950625" y="-3546100"/>
            <a:ext cx="19201372" cy="10947436"/>
            <a:chOff x="-5950625" y="-3546100"/>
            <a:chExt cx="19201372" cy="10947436"/>
          </a:xfrm>
        </p:grpSpPr>
        <p:pic>
          <p:nvPicPr>
            <p:cNvPr id="132" name="Google Shape;132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901205" y="-35461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5950625" y="36955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1"/>
          <p:cNvSpPr txBox="1"/>
          <p:nvPr>
            <p:ph type="title"/>
          </p:nvPr>
        </p:nvSpPr>
        <p:spPr>
          <a:xfrm>
            <a:off x="713225" y="1686300"/>
            <a:ext cx="33120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713225" y="2718300"/>
            <a:ext cx="3312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2"/>
          <p:cNvGrpSpPr/>
          <p:nvPr/>
        </p:nvGrpSpPr>
        <p:grpSpPr>
          <a:xfrm>
            <a:off x="-3447082" y="-4551434"/>
            <a:ext cx="14122109" cy="12508820"/>
            <a:chOff x="-3447082" y="-4551434"/>
            <a:chExt cx="14122109" cy="12508820"/>
          </a:xfrm>
        </p:grpSpPr>
        <p:pic>
          <p:nvPicPr>
            <p:cNvPr id="138" name="Google Shape;138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2700000">
              <a:off x="-2271122" y="-3753450"/>
              <a:ext cx="4387544" cy="514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1531025" y="42515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22"/>
          <p:cNvSpPr txBox="1"/>
          <p:nvPr>
            <p:ph type="title"/>
          </p:nvPr>
        </p:nvSpPr>
        <p:spPr>
          <a:xfrm>
            <a:off x="4412839" y="1919450"/>
            <a:ext cx="3593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4413010" y="2485150"/>
            <a:ext cx="3593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3"/>
          <p:cNvGrpSpPr/>
          <p:nvPr/>
        </p:nvGrpSpPr>
        <p:grpSpPr>
          <a:xfrm>
            <a:off x="-4816000" y="-3066585"/>
            <a:ext cx="17191922" cy="11191412"/>
            <a:chOff x="-4816000" y="-3066585"/>
            <a:chExt cx="17191922" cy="11191412"/>
          </a:xfrm>
        </p:grpSpPr>
        <p:pic>
          <p:nvPicPr>
            <p:cNvPr id="144" name="Google Shape;14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6026380" y="2981325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762000" y="-306658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4816000" y="42515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3"/>
          <p:cNvSpPr txBox="1"/>
          <p:nvPr>
            <p:ph type="title"/>
          </p:nvPr>
        </p:nvSpPr>
        <p:spPr>
          <a:xfrm>
            <a:off x="1319058" y="2009550"/>
            <a:ext cx="4012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" type="subTitle"/>
          </p:nvPr>
        </p:nvSpPr>
        <p:spPr>
          <a:xfrm>
            <a:off x="1319058" y="2579850"/>
            <a:ext cx="40122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2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721389" y="448056"/>
            <a:ext cx="7708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714113" y="1248250"/>
            <a:ext cx="7708800" cy="9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25"/>
          <p:cNvGrpSpPr/>
          <p:nvPr/>
        </p:nvGrpSpPr>
        <p:grpSpPr>
          <a:xfrm>
            <a:off x="-3370882" y="-4551434"/>
            <a:ext cx="16760534" cy="12565970"/>
            <a:chOff x="-3370882" y="-4551434"/>
            <a:chExt cx="16760534" cy="12565970"/>
          </a:xfrm>
        </p:grpSpPr>
        <p:pic>
          <p:nvPicPr>
            <p:cNvPr id="154" name="Google Shape;1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2700000">
              <a:off x="-2194922" y="-3753450"/>
              <a:ext cx="4387544" cy="514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45650" y="43087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" type="subTitle"/>
          </p:nvPr>
        </p:nvSpPr>
        <p:spPr>
          <a:xfrm>
            <a:off x="4898325" y="2188025"/>
            <a:ext cx="24609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2" type="subTitle"/>
          </p:nvPr>
        </p:nvSpPr>
        <p:spPr>
          <a:xfrm>
            <a:off x="1784750" y="2188025"/>
            <a:ext cx="24609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3" type="subTitle"/>
          </p:nvPr>
        </p:nvSpPr>
        <p:spPr>
          <a:xfrm>
            <a:off x="1784751" y="1771625"/>
            <a:ext cx="2460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4" type="subTitle"/>
          </p:nvPr>
        </p:nvSpPr>
        <p:spPr>
          <a:xfrm>
            <a:off x="4898350" y="1771625"/>
            <a:ext cx="2460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6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63" name="Google Shape;163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1" type="subTitle"/>
          </p:nvPr>
        </p:nvSpPr>
        <p:spPr>
          <a:xfrm>
            <a:off x="4764002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subTitle"/>
          </p:nvPr>
        </p:nvSpPr>
        <p:spPr>
          <a:xfrm>
            <a:off x="1284598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7"/>
          <p:cNvGrpSpPr/>
          <p:nvPr/>
        </p:nvGrpSpPr>
        <p:grpSpPr>
          <a:xfrm>
            <a:off x="-2013950" y="-2872300"/>
            <a:ext cx="9144003" cy="10883236"/>
            <a:chOff x="-2013950" y="-2872300"/>
            <a:chExt cx="9144003" cy="10883236"/>
          </a:xfrm>
        </p:grpSpPr>
        <p:pic>
          <p:nvPicPr>
            <p:cNvPr id="170" name="Google Shape;17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20139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715100" y="1558275"/>
            <a:ext cx="35589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2" type="body"/>
          </p:nvPr>
        </p:nvSpPr>
        <p:spPr>
          <a:xfrm>
            <a:off x="4871800" y="1554479"/>
            <a:ext cx="35571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8"/>
          <p:cNvGrpSpPr/>
          <p:nvPr/>
        </p:nvGrpSpPr>
        <p:grpSpPr>
          <a:xfrm>
            <a:off x="-5486707" y="-2618585"/>
            <a:ext cx="16111256" cy="10964488"/>
            <a:chOff x="-5486707" y="-2618585"/>
            <a:chExt cx="16111256" cy="10964488"/>
          </a:xfrm>
        </p:grpSpPr>
        <p:pic>
          <p:nvPicPr>
            <p:cNvPr id="177" name="Google Shape;177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9497111">
              <a:off x="-5125598" y="3079989"/>
              <a:ext cx="9144001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237002" y="-2618585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" type="subTitle"/>
          </p:nvPr>
        </p:nvSpPr>
        <p:spPr>
          <a:xfrm>
            <a:off x="713197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2" type="subTitle"/>
          </p:nvPr>
        </p:nvSpPr>
        <p:spPr>
          <a:xfrm>
            <a:off x="3417146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3" type="subTitle"/>
          </p:nvPr>
        </p:nvSpPr>
        <p:spPr>
          <a:xfrm>
            <a:off x="6121103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4" type="subTitle"/>
          </p:nvPr>
        </p:nvSpPr>
        <p:spPr>
          <a:xfrm>
            <a:off x="713197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5" type="subTitle"/>
          </p:nvPr>
        </p:nvSpPr>
        <p:spPr>
          <a:xfrm>
            <a:off x="3417150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6" type="subTitle"/>
          </p:nvPr>
        </p:nvSpPr>
        <p:spPr>
          <a:xfrm>
            <a:off x="6121103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9"/>
          <p:cNvGrpSpPr/>
          <p:nvPr/>
        </p:nvGrpSpPr>
        <p:grpSpPr>
          <a:xfrm>
            <a:off x="-1408557" y="-2971010"/>
            <a:ext cx="15719281" cy="12321938"/>
            <a:chOff x="-1408557" y="-2971010"/>
            <a:chExt cx="15719281" cy="12321938"/>
          </a:xfrm>
        </p:grpSpPr>
        <p:pic>
          <p:nvPicPr>
            <p:cNvPr id="188" name="Google Shape;18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9497111">
              <a:off x="4805613" y="4085014"/>
              <a:ext cx="9144001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408557" y="-29710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idx="1" type="subTitle"/>
          </p:nvPr>
        </p:nvSpPr>
        <p:spPr>
          <a:xfrm>
            <a:off x="713197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3417148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3" type="subTitle"/>
          </p:nvPr>
        </p:nvSpPr>
        <p:spPr>
          <a:xfrm>
            <a:off x="6121103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4" type="subTitle"/>
          </p:nvPr>
        </p:nvSpPr>
        <p:spPr>
          <a:xfrm>
            <a:off x="713197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5" type="subTitle"/>
          </p:nvPr>
        </p:nvSpPr>
        <p:spPr>
          <a:xfrm>
            <a:off x="3417148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idx="6" type="subTitle"/>
          </p:nvPr>
        </p:nvSpPr>
        <p:spPr>
          <a:xfrm>
            <a:off x="6121103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30"/>
          <p:cNvGrpSpPr/>
          <p:nvPr/>
        </p:nvGrpSpPr>
        <p:grpSpPr>
          <a:xfrm>
            <a:off x="-3664625" y="-3171360"/>
            <a:ext cx="15888147" cy="11219987"/>
            <a:chOff x="-3664625" y="-3171360"/>
            <a:chExt cx="15888147" cy="11219987"/>
          </a:xfrm>
        </p:grpSpPr>
        <p:pic>
          <p:nvPicPr>
            <p:cNvPr id="199" name="Google Shape;199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5873980" y="2905125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3664625" y="-3171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1519924" y="176780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30"/>
          <p:cNvSpPr txBox="1"/>
          <p:nvPr>
            <p:ph idx="2" type="subTitle"/>
          </p:nvPr>
        </p:nvSpPr>
        <p:spPr>
          <a:xfrm>
            <a:off x="4813076" y="176780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3" type="subTitle"/>
          </p:nvPr>
        </p:nvSpPr>
        <p:spPr>
          <a:xfrm>
            <a:off x="1519924" y="327605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5" name="Google Shape;205;p30"/>
          <p:cNvSpPr txBox="1"/>
          <p:nvPr>
            <p:ph idx="4" type="subTitle"/>
          </p:nvPr>
        </p:nvSpPr>
        <p:spPr>
          <a:xfrm>
            <a:off x="4813076" y="327605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5" type="subTitle"/>
          </p:nvPr>
        </p:nvSpPr>
        <p:spPr>
          <a:xfrm>
            <a:off x="1519924" y="135140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6" type="subTitle"/>
          </p:nvPr>
        </p:nvSpPr>
        <p:spPr>
          <a:xfrm>
            <a:off x="1519924" y="285965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8" name="Google Shape;208;p30"/>
          <p:cNvSpPr txBox="1"/>
          <p:nvPr>
            <p:ph idx="7" type="subTitle"/>
          </p:nvPr>
        </p:nvSpPr>
        <p:spPr>
          <a:xfrm>
            <a:off x="4813049" y="135140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9" name="Google Shape;209;p30"/>
          <p:cNvSpPr txBox="1"/>
          <p:nvPr>
            <p:ph idx="8" type="subTitle"/>
          </p:nvPr>
        </p:nvSpPr>
        <p:spPr>
          <a:xfrm>
            <a:off x="4813049" y="285965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31"/>
          <p:cNvGrpSpPr/>
          <p:nvPr/>
        </p:nvGrpSpPr>
        <p:grpSpPr>
          <a:xfrm flipH="1">
            <a:off x="-3336773" y="-4209191"/>
            <a:ext cx="14286840" cy="11676792"/>
            <a:chOff x="-1736573" y="-4209191"/>
            <a:chExt cx="14286840" cy="11676792"/>
          </a:xfrm>
        </p:grpSpPr>
        <p:pic>
          <p:nvPicPr>
            <p:cNvPr id="212" name="Google Shape;212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720034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2" type="subTitle"/>
          </p:nvPr>
        </p:nvSpPr>
        <p:spPr>
          <a:xfrm>
            <a:off x="3359400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3" type="subTitle"/>
          </p:nvPr>
        </p:nvSpPr>
        <p:spPr>
          <a:xfrm>
            <a:off x="2039717" y="3306550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4" type="subTitle"/>
          </p:nvPr>
        </p:nvSpPr>
        <p:spPr>
          <a:xfrm>
            <a:off x="4679083" y="3306550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idx="5" type="subTitle"/>
          </p:nvPr>
        </p:nvSpPr>
        <p:spPr>
          <a:xfrm>
            <a:off x="5998766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31"/>
          <p:cNvSpPr txBox="1"/>
          <p:nvPr>
            <p:ph idx="6" type="subTitle"/>
          </p:nvPr>
        </p:nvSpPr>
        <p:spPr>
          <a:xfrm>
            <a:off x="720034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1" name="Google Shape;221;p31"/>
          <p:cNvSpPr txBox="1"/>
          <p:nvPr>
            <p:ph idx="7" type="subTitle"/>
          </p:nvPr>
        </p:nvSpPr>
        <p:spPr>
          <a:xfrm>
            <a:off x="3359400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31"/>
          <p:cNvSpPr txBox="1"/>
          <p:nvPr>
            <p:ph idx="8" type="subTitle"/>
          </p:nvPr>
        </p:nvSpPr>
        <p:spPr>
          <a:xfrm>
            <a:off x="5998766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31"/>
          <p:cNvSpPr txBox="1"/>
          <p:nvPr>
            <p:ph idx="9" type="subTitle"/>
          </p:nvPr>
        </p:nvSpPr>
        <p:spPr>
          <a:xfrm>
            <a:off x="2039717" y="2890152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4" name="Google Shape;224;p31"/>
          <p:cNvSpPr txBox="1"/>
          <p:nvPr>
            <p:ph idx="13" type="subTitle"/>
          </p:nvPr>
        </p:nvSpPr>
        <p:spPr>
          <a:xfrm>
            <a:off x="4679083" y="2890152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32"/>
          <p:cNvGrpSpPr/>
          <p:nvPr/>
        </p:nvGrpSpPr>
        <p:grpSpPr>
          <a:xfrm>
            <a:off x="-1736573" y="-4209191"/>
            <a:ext cx="14286840" cy="11676792"/>
            <a:chOff x="-1736573" y="-4209191"/>
            <a:chExt cx="14286840" cy="11676792"/>
          </a:xfrm>
        </p:grpSpPr>
        <p:pic>
          <p:nvPicPr>
            <p:cNvPr id="227" name="Google Shape;227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" name="Google Shape;229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32"/>
          <p:cNvSpPr txBox="1"/>
          <p:nvPr>
            <p:ph idx="1" type="subTitle"/>
          </p:nvPr>
        </p:nvSpPr>
        <p:spPr>
          <a:xfrm>
            <a:off x="720034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1" name="Google Shape;231;p32"/>
          <p:cNvSpPr txBox="1"/>
          <p:nvPr>
            <p:ph idx="2" type="subTitle"/>
          </p:nvPr>
        </p:nvSpPr>
        <p:spPr>
          <a:xfrm>
            <a:off x="3359402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2" name="Google Shape;232;p32"/>
          <p:cNvSpPr txBox="1"/>
          <p:nvPr>
            <p:ph idx="3" type="subTitle"/>
          </p:nvPr>
        </p:nvSpPr>
        <p:spPr>
          <a:xfrm>
            <a:off x="720034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" name="Google Shape;233;p32"/>
          <p:cNvSpPr txBox="1"/>
          <p:nvPr>
            <p:ph idx="4" type="subTitle"/>
          </p:nvPr>
        </p:nvSpPr>
        <p:spPr>
          <a:xfrm>
            <a:off x="3359400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4" name="Google Shape;234;p32"/>
          <p:cNvSpPr txBox="1"/>
          <p:nvPr>
            <p:ph idx="5" type="subTitle"/>
          </p:nvPr>
        </p:nvSpPr>
        <p:spPr>
          <a:xfrm>
            <a:off x="5998766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5" name="Google Shape;235;p32"/>
          <p:cNvSpPr txBox="1"/>
          <p:nvPr>
            <p:ph idx="6" type="subTitle"/>
          </p:nvPr>
        </p:nvSpPr>
        <p:spPr>
          <a:xfrm>
            <a:off x="5998766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32"/>
          <p:cNvSpPr txBox="1"/>
          <p:nvPr>
            <p:ph idx="7" type="subTitle"/>
          </p:nvPr>
        </p:nvSpPr>
        <p:spPr>
          <a:xfrm>
            <a:off x="720034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7" name="Google Shape;237;p32"/>
          <p:cNvSpPr txBox="1"/>
          <p:nvPr>
            <p:ph idx="8" type="subTitle"/>
          </p:nvPr>
        </p:nvSpPr>
        <p:spPr>
          <a:xfrm>
            <a:off x="3359402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8" name="Google Shape;238;p32"/>
          <p:cNvSpPr txBox="1"/>
          <p:nvPr>
            <p:ph idx="9" type="subTitle"/>
          </p:nvPr>
        </p:nvSpPr>
        <p:spPr>
          <a:xfrm>
            <a:off x="5998766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9" name="Google Shape;239;p32"/>
          <p:cNvSpPr txBox="1"/>
          <p:nvPr>
            <p:ph idx="13" type="subTitle"/>
          </p:nvPr>
        </p:nvSpPr>
        <p:spPr>
          <a:xfrm>
            <a:off x="720034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14" type="subTitle"/>
          </p:nvPr>
        </p:nvSpPr>
        <p:spPr>
          <a:xfrm>
            <a:off x="3359402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1" name="Google Shape;241;p32"/>
          <p:cNvSpPr txBox="1"/>
          <p:nvPr>
            <p:ph idx="15" type="subTitle"/>
          </p:nvPr>
        </p:nvSpPr>
        <p:spPr>
          <a:xfrm>
            <a:off x="5998766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ine columns">
  <p:cSld name="CUSTOM_7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33"/>
          <p:cNvGrpSpPr/>
          <p:nvPr/>
        </p:nvGrpSpPr>
        <p:grpSpPr>
          <a:xfrm>
            <a:off x="-1736573" y="-4209191"/>
            <a:ext cx="14286840" cy="11676792"/>
            <a:chOff x="-1736573" y="-4209191"/>
            <a:chExt cx="14286840" cy="11676792"/>
          </a:xfrm>
        </p:grpSpPr>
        <p:pic>
          <p:nvPicPr>
            <p:cNvPr id="244" name="Google Shape;244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" name="Google Shape;24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33"/>
          <p:cNvSpPr txBox="1"/>
          <p:nvPr>
            <p:ph idx="1" type="subTitle"/>
          </p:nvPr>
        </p:nvSpPr>
        <p:spPr>
          <a:xfrm>
            <a:off x="1222750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8" name="Google Shape;248;p33"/>
          <p:cNvSpPr txBox="1"/>
          <p:nvPr>
            <p:ph idx="2" type="subTitle"/>
          </p:nvPr>
        </p:nvSpPr>
        <p:spPr>
          <a:xfrm>
            <a:off x="3617876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9" name="Google Shape;249;p33"/>
          <p:cNvSpPr txBox="1"/>
          <p:nvPr>
            <p:ph idx="3" type="subTitle"/>
          </p:nvPr>
        </p:nvSpPr>
        <p:spPr>
          <a:xfrm>
            <a:off x="1222750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4" type="subTitle"/>
          </p:nvPr>
        </p:nvSpPr>
        <p:spPr>
          <a:xfrm>
            <a:off x="3617876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1" name="Google Shape;251;p33"/>
          <p:cNvSpPr txBox="1"/>
          <p:nvPr>
            <p:ph idx="5" type="subTitle"/>
          </p:nvPr>
        </p:nvSpPr>
        <p:spPr>
          <a:xfrm>
            <a:off x="6007550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6" type="subTitle"/>
          </p:nvPr>
        </p:nvSpPr>
        <p:spPr>
          <a:xfrm>
            <a:off x="6007550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7" type="subTitle"/>
          </p:nvPr>
        </p:nvSpPr>
        <p:spPr>
          <a:xfrm>
            <a:off x="1221250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33"/>
          <p:cNvSpPr txBox="1"/>
          <p:nvPr>
            <p:ph idx="8" type="subTitle"/>
          </p:nvPr>
        </p:nvSpPr>
        <p:spPr>
          <a:xfrm>
            <a:off x="3616376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9" type="subTitle"/>
          </p:nvPr>
        </p:nvSpPr>
        <p:spPr>
          <a:xfrm>
            <a:off x="6006050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13" type="subTitle"/>
          </p:nvPr>
        </p:nvSpPr>
        <p:spPr>
          <a:xfrm>
            <a:off x="1221250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7" name="Google Shape;257;p33"/>
          <p:cNvSpPr txBox="1"/>
          <p:nvPr>
            <p:ph idx="14" type="subTitle"/>
          </p:nvPr>
        </p:nvSpPr>
        <p:spPr>
          <a:xfrm>
            <a:off x="3616376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5" type="subTitle"/>
          </p:nvPr>
        </p:nvSpPr>
        <p:spPr>
          <a:xfrm>
            <a:off x="6006050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16" type="subTitle"/>
          </p:nvPr>
        </p:nvSpPr>
        <p:spPr>
          <a:xfrm>
            <a:off x="1222750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33"/>
          <p:cNvSpPr txBox="1"/>
          <p:nvPr>
            <p:ph idx="17" type="subTitle"/>
          </p:nvPr>
        </p:nvSpPr>
        <p:spPr>
          <a:xfrm>
            <a:off x="3617876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idx="18" type="subTitle"/>
          </p:nvPr>
        </p:nvSpPr>
        <p:spPr>
          <a:xfrm>
            <a:off x="6007550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9" type="subTitle"/>
          </p:nvPr>
        </p:nvSpPr>
        <p:spPr>
          <a:xfrm>
            <a:off x="1221250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33"/>
          <p:cNvSpPr txBox="1"/>
          <p:nvPr>
            <p:ph idx="20" type="subTitle"/>
          </p:nvPr>
        </p:nvSpPr>
        <p:spPr>
          <a:xfrm>
            <a:off x="3616376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21" type="subTitle"/>
          </p:nvPr>
        </p:nvSpPr>
        <p:spPr>
          <a:xfrm>
            <a:off x="6006050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4"/>
          <p:cNvGrpSpPr/>
          <p:nvPr/>
        </p:nvGrpSpPr>
        <p:grpSpPr>
          <a:xfrm>
            <a:off x="-3509179" y="-4022939"/>
            <a:ext cx="14394662" cy="11669384"/>
            <a:chOff x="-3509179" y="-4022939"/>
            <a:chExt cx="14394662" cy="11669384"/>
          </a:xfrm>
        </p:grpSpPr>
        <p:pic>
          <p:nvPicPr>
            <p:cNvPr id="267" name="Google Shape;267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2384137">
              <a:off x="-2371954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5713368">
              <a:off x="4052077" y="-11541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9" name="Google Shape;269;p34"/>
          <p:cNvSpPr txBox="1"/>
          <p:nvPr>
            <p:ph hasCustomPrompt="1" type="title"/>
          </p:nvPr>
        </p:nvSpPr>
        <p:spPr>
          <a:xfrm>
            <a:off x="2223600" y="603432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34"/>
          <p:cNvSpPr txBox="1"/>
          <p:nvPr>
            <p:ph idx="1" type="subTitle"/>
          </p:nvPr>
        </p:nvSpPr>
        <p:spPr>
          <a:xfrm>
            <a:off x="2223600" y="1404421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1" name="Google Shape;271;p34"/>
          <p:cNvSpPr txBox="1"/>
          <p:nvPr>
            <p:ph hasCustomPrompt="1" idx="2" type="title"/>
          </p:nvPr>
        </p:nvSpPr>
        <p:spPr>
          <a:xfrm>
            <a:off x="2223600" y="1955688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34"/>
          <p:cNvSpPr txBox="1"/>
          <p:nvPr>
            <p:ph idx="3" type="subTitle"/>
          </p:nvPr>
        </p:nvSpPr>
        <p:spPr>
          <a:xfrm>
            <a:off x="2223600" y="2756697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3" name="Google Shape;273;p34"/>
          <p:cNvSpPr txBox="1"/>
          <p:nvPr>
            <p:ph hasCustomPrompt="1" idx="4" type="title"/>
          </p:nvPr>
        </p:nvSpPr>
        <p:spPr>
          <a:xfrm>
            <a:off x="2223600" y="3307944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34"/>
          <p:cNvSpPr txBox="1"/>
          <p:nvPr>
            <p:ph idx="5" type="subTitle"/>
          </p:nvPr>
        </p:nvSpPr>
        <p:spPr>
          <a:xfrm>
            <a:off x="2223600" y="4108968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35"/>
          <p:cNvGrpSpPr/>
          <p:nvPr/>
        </p:nvGrpSpPr>
        <p:grpSpPr>
          <a:xfrm>
            <a:off x="-2384195" y="-2866560"/>
            <a:ext cx="14035773" cy="10829462"/>
            <a:chOff x="-2384195" y="-2866560"/>
            <a:chExt cx="14035773" cy="10829462"/>
          </a:xfrm>
        </p:grpSpPr>
        <p:pic>
          <p:nvPicPr>
            <p:cNvPr id="277" name="Google Shape;277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-2384195" y="-28665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302035" y="28194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1165517" y="21526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35"/>
          <p:cNvSpPr txBox="1"/>
          <p:nvPr>
            <p:ph type="title"/>
          </p:nvPr>
        </p:nvSpPr>
        <p:spPr>
          <a:xfrm>
            <a:off x="2347950" y="821063"/>
            <a:ext cx="44481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1" name="Google Shape;281;p35"/>
          <p:cNvSpPr txBox="1"/>
          <p:nvPr>
            <p:ph idx="1" type="subTitle"/>
          </p:nvPr>
        </p:nvSpPr>
        <p:spPr>
          <a:xfrm>
            <a:off x="2347950" y="1717431"/>
            <a:ext cx="4448100" cy="10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/>
        </p:nvSpPr>
        <p:spPr>
          <a:xfrm>
            <a:off x="2099100" y="3527556"/>
            <a:ext cx="494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000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36"/>
          <p:cNvGrpSpPr/>
          <p:nvPr/>
        </p:nvGrpSpPr>
        <p:grpSpPr>
          <a:xfrm>
            <a:off x="-3653639" y="-2790360"/>
            <a:ext cx="15724511" cy="11210106"/>
            <a:chOff x="-3653639" y="-2790360"/>
            <a:chExt cx="15724511" cy="11210106"/>
          </a:xfrm>
        </p:grpSpPr>
        <p:pic>
          <p:nvPicPr>
            <p:cNvPr id="285" name="Google Shape;285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60645">
              <a:off x="-2822346" y="2095850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557935">
              <a:off x="6778778" y="1904999"/>
              <a:ext cx="4387548" cy="51435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37"/>
          <p:cNvGrpSpPr/>
          <p:nvPr/>
        </p:nvGrpSpPr>
        <p:grpSpPr>
          <a:xfrm>
            <a:off x="-3038425" y="-2885610"/>
            <a:ext cx="15526757" cy="10936860"/>
            <a:chOff x="-3038425" y="-2885610"/>
            <a:chExt cx="15526757" cy="10936860"/>
          </a:xfrm>
        </p:grpSpPr>
        <p:pic>
          <p:nvPicPr>
            <p:cNvPr id="290" name="Google Shape;290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330951" y="-288561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028951">
              <a:off x="5521633" y="2085974"/>
              <a:ext cx="634954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600190">
              <a:off x="-2117498" y="1333498"/>
              <a:ext cx="4387549" cy="51435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verificationacademy.com/topics/uvm-universal-verification-methodology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verificationacademy.com/topics/uvm-universal-verification-methodology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Onboarding: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Introduction to UVM</a:t>
            </a:r>
            <a:endParaRPr sz="42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Silicats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UVM?</a:t>
            </a:r>
            <a:endParaRPr/>
          </a:p>
        </p:txBody>
      </p:sp>
      <p:sp>
        <p:nvSpPr>
          <p:cNvPr id="304" name="Google Shape;304;p39"/>
          <p:cNvSpPr txBox="1"/>
          <p:nvPr>
            <p:ph idx="2" type="subTitle"/>
          </p:nvPr>
        </p:nvSpPr>
        <p:spPr>
          <a:xfrm>
            <a:off x="637625" y="1137100"/>
            <a:ext cx="79791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UVM</a:t>
            </a:r>
            <a:r>
              <a:rPr lang="en" sz="1400"/>
              <a:t>: </a:t>
            </a:r>
            <a:r>
              <a:rPr b="1" lang="en" sz="1400"/>
              <a:t>U</a:t>
            </a:r>
            <a:r>
              <a:rPr lang="en" sz="1400"/>
              <a:t>niversal </a:t>
            </a:r>
            <a:r>
              <a:rPr b="1" lang="en" sz="1400"/>
              <a:t>V</a:t>
            </a:r>
            <a:r>
              <a:rPr lang="en" sz="1400"/>
              <a:t>erification </a:t>
            </a:r>
            <a:r>
              <a:rPr b="1" lang="en" sz="1400"/>
              <a:t>M</a:t>
            </a:r>
            <a:r>
              <a:rPr lang="en" sz="1400"/>
              <a:t>ethodology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Framework for writing testbenches for various HDL (VHDL, SystemVerilog, etc.) designs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Based on OVM (Open Verification Methodology), from Cadence &amp; Mentor Graphics in 2007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Maintained as a EDA standard by Accellera/IEEE (version 2020-3.1 at time of writing)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Key benefits: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As designs become more complex, UVM and other tools offer a framework for </a:t>
            </a:r>
            <a:r>
              <a:rPr lang="en" sz="1400"/>
              <a:t>test benching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Increased reusability across designs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Cuts down on development time by allowing for single–time setup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Abstracts testing from specific testbenches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More comprehensive input system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Constrained &amp; automated random stimulus for tested design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Confirms design viability across a range of constraints—better coverage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UVM</a:t>
            </a:r>
            <a:endParaRPr/>
          </a:p>
        </p:txBody>
      </p:sp>
      <p:pic>
        <p:nvPicPr>
          <p:cNvPr id="310" name="Google Shape;310;p40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7875" y="1425363"/>
            <a:ext cx="4643876" cy="288012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0"/>
          <p:cNvSpPr txBox="1"/>
          <p:nvPr/>
        </p:nvSpPr>
        <p:spPr>
          <a:xfrm>
            <a:off x="575775" y="1425375"/>
            <a:ext cx="33396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Sequencer: 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Generates/controls transactions.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Driver: 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Converts transactions into actual DUT pin-level activity.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Monitor: 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Observes DUT activity and converts it back into transactions.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Scoreboard: 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Determines whether the DUT behaved correctly.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Agent: 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Packages the driver, sequencer, and monitor.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Environment: 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Contains agents, scoreboards, reference models, etc.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UVM</a:t>
            </a:r>
            <a:endParaRPr/>
          </a:p>
        </p:txBody>
      </p:sp>
      <p:sp>
        <p:nvSpPr>
          <p:cNvPr id="317" name="Google Shape;317;p41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General implementation structure: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Similar in concept to a typical testbench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Entire design (Design Under Test, DUT) is loaded into verification environment &amp; ran through sequential tests (see previous)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External checker compares inputs and outputs to determine validity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How is UVM accessed?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Commercial EDA tools tend to include UVM (base class library in SV)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Top module contains DUT, which connects to UVM test(s) via an interface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UVM test(s) configure and contain the UVM environment itself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UVM</a:t>
            </a:r>
            <a:endParaRPr/>
          </a:p>
        </p:txBody>
      </p:sp>
      <p:sp>
        <p:nvSpPr>
          <p:cNvPr id="323" name="Google Shape;323;p42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4 major parts: interface, DUT, uvm environment, uvm test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Parts are written separately and instantiated within top module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Example: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	</a:t>
            </a:r>
            <a:r>
              <a:rPr lang="en" sz="1700"/>
              <a:t>m</a:t>
            </a:r>
            <a:r>
              <a:rPr lang="en" sz="1700"/>
              <a:t>odule top;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		…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		</a:t>
            </a:r>
            <a:r>
              <a:rPr lang="en" sz="1700"/>
              <a:t>d</a:t>
            </a:r>
            <a:r>
              <a:rPr lang="en" sz="1700"/>
              <a:t>ut_if    dut_if1();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		</a:t>
            </a:r>
            <a:r>
              <a:rPr lang="en" sz="1700"/>
              <a:t>d</a:t>
            </a:r>
            <a:r>
              <a:rPr lang="en" sz="1700"/>
              <a:t>ut	     dut1(._lf(dut_if1));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		…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	</a:t>
            </a:r>
            <a:r>
              <a:rPr lang="en" sz="1700"/>
              <a:t>e</a:t>
            </a:r>
            <a:r>
              <a:rPr lang="en" sz="1700"/>
              <a:t>ndmodule //can use “endmodule: top” to specify which module to end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For more detail, recommend creating an account and watching “UVM ‘Hello World’” in Siemens Verification Academy’s “UVM Basics” series: </a:t>
            </a:r>
            <a:r>
              <a:rPr lang="en" sz="1150" u="sng">
                <a:hlinkClick r:id="rId3"/>
              </a:rPr>
              <a:t>https://verificationacademy.com/topics/uvm-universal-verification-methodology/</a:t>
            </a:r>
            <a:endParaRPr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2063"/>
            <a:ext cx="8839198" cy="428192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3"/>
          <p:cNvSpPr txBox="1"/>
          <p:nvPr/>
        </p:nvSpPr>
        <p:spPr>
          <a:xfrm>
            <a:off x="241950" y="4604000"/>
            <a:ext cx="87498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Siemens Verification Academy, UVM Basics (</a:t>
            </a:r>
            <a:r>
              <a:rPr lang="en" sz="12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https://verificationacademy.com/topics/uvm-universal-verification-methodology/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UVM</a:t>
            </a:r>
            <a:endParaRPr/>
          </a:p>
        </p:txBody>
      </p:sp>
      <p:sp>
        <p:nvSpPr>
          <p:cNvPr id="335" name="Google Shape;335;p44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When UVM is finally executed, results are extracted and printed as a “scoreboard”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Details the number of tests run, as well as the number of warnings and errors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Should (ideally) aim for zero warnings; definitively want zero errors or fatal results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/>
          </a:p>
        </p:txBody>
      </p:sp>
      <p:pic>
        <p:nvPicPr>
          <p:cNvPr id="336" name="Google Shape;33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288" y="2190750"/>
            <a:ext cx="5427675" cy="25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/>
          <p:nvPr/>
        </p:nvSpPr>
        <p:spPr>
          <a:xfrm>
            <a:off x="998150" y="2087950"/>
            <a:ext cx="586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End</a:t>
            </a:r>
            <a:endParaRPr b="1" sz="4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merging Therapies in Nephrotic Syndrome by Slidesgo">
  <a:themeElements>
    <a:clrScheme name="Simple Light">
      <a:dk1>
        <a:srgbClr val="1D1D1C"/>
      </a:dk1>
      <a:lt1>
        <a:srgbClr val="FFFFFF"/>
      </a:lt1>
      <a:dk2>
        <a:srgbClr val="4A4A48"/>
      </a:dk2>
      <a:lt2>
        <a:srgbClr val="73736F"/>
      </a:lt2>
      <a:accent1>
        <a:srgbClr val="C4C4B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