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84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</p:sldIdLst>
  <p:sldSz cy="5143500" cx="9144000"/>
  <p:notesSz cx="6858000" cy="9144000"/>
  <p:embeddedFontLst>
    <p:embeddedFont>
      <p:font typeface="Raleway"/>
      <p:regular r:id="rId16"/>
      <p:bold r:id="rId17"/>
      <p:italic r:id="rId18"/>
      <p:boldItalic r:id="rId19"/>
    </p:embeddedFont>
    <p:embeddedFont>
      <p:font typeface="Nunito"/>
      <p:regular r:id="rId20"/>
      <p:bold r:id="rId21"/>
      <p:italic r:id="rId22"/>
      <p:boldItalic r:id="rId23"/>
    </p:embeddedFont>
    <p:embeddedFont>
      <p:font typeface="Bebas Neue"/>
      <p:regular r:id="rId24"/>
    </p:embeddedFont>
    <p:embeddedFont>
      <p:font typeface="PT Sans"/>
      <p:regular r:id="rId25"/>
      <p:bold r:id="rId26"/>
      <p:italic r:id="rId27"/>
      <p:boldItalic r:id="rId2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Nunito-regular.fntdata"/><Relationship Id="rId22" Type="http://schemas.openxmlformats.org/officeDocument/2006/relationships/font" Target="fonts/Nunito-italic.fntdata"/><Relationship Id="rId21" Type="http://schemas.openxmlformats.org/officeDocument/2006/relationships/font" Target="fonts/Nunito-bold.fntdata"/><Relationship Id="rId24" Type="http://schemas.openxmlformats.org/officeDocument/2006/relationships/font" Target="fonts/BebasNeue-regular.fntdata"/><Relationship Id="rId23" Type="http://schemas.openxmlformats.org/officeDocument/2006/relationships/font" Target="fonts/Nunito-boldItalic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font" Target="fonts/PTSans-bold.fntdata"/><Relationship Id="rId25" Type="http://schemas.openxmlformats.org/officeDocument/2006/relationships/font" Target="fonts/PTSans-regular.fntdata"/><Relationship Id="rId28" Type="http://schemas.openxmlformats.org/officeDocument/2006/relationships/font" Target="fonts/PTSans-boldItalic.fntdata"/><Relationship Id="rId27" Type="http://schemas.openxmlformats.org/officeDocument/2006/relationships/font" Target="fonts/PTSans-italic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font" Target="fonts/Raleway-bold.fntdata"/><Relationship Id="rId16" Type="http://schemas.openxmlformats.org/officeDocument/2006/relationships/font" Target="fonts/Raleway-regular.fntdata"/><Relationship Id="rId19" Type="http://schemas.openxmlformats.org/officeDocument/2006/relationships/font" Target="fonts/Raleway-boldItalic.fntdata"/><Relationship Id="rId18" Type="http://schemas.openxmlformats.org/officeDocument/2006/relationships/font" Target="fonts/Raleway-italic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g4dfce81f19_0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5" name="Google Shape;295;g4dfce81f19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g3f39b6005f8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1" name="Google Shape;301;g3f39b6005f8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g3f49c2d534e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7" name="Google Shape;307;g3f49c2d534e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g3f39b6005f8_1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2" name="Google Shape;312;g3f39b6005f8_1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g3f1c871a5fa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8" name="Google Shape;318;g3f1c871a5f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g3f6a1df2990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4" name="Google Shape;324;g3f6a1df2990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g3f49c2d534e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0" name="Google Shape;330;g3f49c2d534e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g3f6a1df2990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6" name="Google Shape;336;g3f6a1df2990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g3f6a1df2990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2" name="Google Shape;342;g3f6a1df2990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g3f7226618ec_0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8" name="Google Shape;348;g3f7226618ec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g3f1c871a5fa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4" name="Google Shape;354;g3f1c871a5fa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1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1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1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1.pn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1.pn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1.png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1.png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1.png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2.png"/><Relationship Id="rId5" Type="http://schemas.openxmlformats.org/officeDocument/2006/relationships/hyperlink" Target="https://bit.ly/3A1uf1Q" TargetMode="External"/><Relationship Id="rId6" Type="http://schemas.openxmlformats.org/officeDocument/2006/relationships/hyperlink" Target="http://bit.ly/2TyoMsr" TargetMode="External"/><Relationship Id="rId7" Type="http://schemas.openxmlformats.org/officeDocument/2006/relationships/hyperlink" Target="http://bit.ly/2TtBDfr" TargetMode="Externa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oogle Shape;9;p2"/>
          <p:cNvGrpSpPr/>
          <p:nvPr/>
        </p:nvGrpSpPr>
        <p:grpSpPr>
          <a:xfrm>
            <a:off x="-1850795" y="-2790360"/>
            <a:ext cx="12435573" cy="10677062"/>
            <a:chOff x="-1850795" y="-2790360"/>
            <a:chExt cx="12435573" cy="10677062"/>
          </a:xfrm>
        </p:grpSpPr>
        <p:pic>
          <p:nvPicPr>
            <p:cNvPr id="10" name="Google Shape;10;p2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1440775" y="-2790360"/>
              <a:ext cx="9144003" cy="370582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" name="Google Shape;11;p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-1850795" y="2743200"/>
              <a:ext cx="6349542" cy="514350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" name="Google Shape;12;p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5892952" y="2305050"/>
              <a:ext cx="4387547" cy="5143501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3" name="Google Shape;13;p2"/>
          <p:cNvSpPr txBox="1"/>
          <p:nvPr>
            <p:ph type="ctrTitle"/>
          </p:nvPr>
        </p:nvSpPr>
        <p:spPr>
          <a:xfrm>
            <a:off x="713250" y="1525050"/>
            <a:ext cx="7717500" cy="166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" type="subTitle"/>
          </p:nvPr>
        </p:nvSpPr>
        <p:spPr>
          <a:xfrm>
            <a:off x="2307700" y="3187350"/>
            <a:ext cx="4528800" cy="43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oogle Shape;16;p3"/>
          <p:cNvGrpSpPr/>
          <p:nvPr/>
        </p:nvGrpSpPr>
        <p:grpSpPr>
          <a:xfrm>
            <a:off x="-1469274" y="-2790360"/>
            <a:ext cx="13197573" cy="10524662"/>
            <a:chOff x="-1469274" y="-2790360"/>
            <a:chExt cx="13197573" cy="10524662"/>
          </a:xfrm>
        </p:grpSpPr>
        <p:pic>
          <p:nvPicPr>
            <p:cNvPr id="17" name="Google Shape;17;p3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 flipH="1">
              <a:off x="-1469274" y="-2790360"/>
              <a:ext cx="9144003" cy="370582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8" name="Google Shape;18;p3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5378756" y="2590800"/>
              <a:ext cx="6349542" cy="514350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9" name="Google Shape;19;p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 flipH="1">
              <a:off x="-707795" y="2228850"/>
              <a:ext cx="4387547" cy="5143501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0" name="Google Shape;20;p3"/>
          <p:cNvSpPr txBox="1"/>
          <p:nvPr>
            <p:ph type="title"/>
          </p:nvPr>
        </p:nvSpPr>
        <p:spPr>
          <a:xfrm>
            <a:off x="2038200" y="2610600"/>
            <a:ext cx="5067600" cy="95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50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21" name="Google Shape;21;p3"/>
          <p:cNvSpPr txBox="1"/>
          <p:nvPr>
            <p:ph hasCustomPrompt="1" idx="2" type="title"/>
          </p:nvPr>
        </p:nvSpPr>
        <p:spPr>
          <a:xfrm>
            <a:off x="3941100" y="1578600"/>
            <a:ext cx="1261800" cy="11082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dk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oogle Shape;23;p4"/>
          <p:cNvGrpSpPr/>
          <p:nvPr/>
        </p:nvGrpSpPr>
        <p:grpSpPr>
          <a:xfrm>
            <a:off x="-1480548" y="-2872300"/>
            <a:ext cx="14875201" cy="10883236"/>
            <a:chOff x="-1480548" y="-2872300"/>
            <a:chExt cx="14875201" cy="10883236"/>
          </a:xfrm>
        </p:grpSpPr>
        <p:pic>
          <p:nvPicPr>
            <p:cNvPr id="24" name="Google Shape;24;p4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 rot="10800000">
              <a:off x="-1480548" y="-2872300"/>
              <a:ext cx="4387547" cy="514350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5" name="Google Shape;25;p4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 rot="10800000">
              <a:off x="4250650" y="4305115"/>
              <a:ext cx="9144003" cy="3705821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6" name="Google Shape;26;p4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27" name="Google Shape;27;p4"/>
          <p:cNvSpPr txBox="1"/>
          <p:nvPr>
            <p:ph idx="1" type="subTitle"/>
          </p:nvPr>
        </p:nvSpPr>
        <p:spPr>
          <a:xfrm>
            <a:off x="720002" y="1099401"/>
            <a:ext cx="7704000" cy="3693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Google Shape;29;p5"/>
          <p:cNvGrpSpPr/>
          <p:nvPr/>
        </p:nvGrpSpPr>
        <p:grpSpPr>
          <a:xfrm>
            <a:off x="-5121707" y="-3896607"/>
            <a:ext cx="18958404" cy="12282396"/>
            <a:chOff x="-5121707" y="-3896607"/>
            <a:chExt cx="18958404" cy="12282396"/>
          </a:xfrm>
        </p:grpSpPr>
        <p:pic>
          <p:nvPicPr>
            <p:cNvPr id="30" name="Google Shape;30;p5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 flipH="1" rot="-6886526">
              <a:off x="6996455" y="-2508075"/>
              <a:ext cx="6349545" cy="514350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1" name="Google Shape;31;p5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rot="2969597">
              <a:off x="-5315200" y="1853115"/>
              <a:ext cx="9144002" cy="3705821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2" name="Google Shape;32;p5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33" name="Google Shape;33;p5"/>
          <p:cNvSpPr txBox="1"/>
          <p:nvPr>
            <p:ph idx="1" type="subTitle"/>
          </p:nvPr>
        </p:nvSpPr>
        <p:spPr>
          <a:xfrm>
            <a:off x="4864746" y="2329549"/>
            <a:ext cx="2505600" cy="203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b="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2800"/>
            </a:lvl9pPr>
          </a:lstStyle>
          <a:p/>
        </p:txBody>
      </p:sp>
      <p:sp>
        <p:nvSpPr>
          <p:cNvPr id="34" name="Google Shape;34;p5"/>
          <p:cNvSpPr txBox="1"/>
          <p:nvPr>
            <p:ph idx="2" type="subTitle"/>
          </p:nvPr>
        </p:nvSpPr>
        <p:spPr>
          <a:xfrm>
            <a:off x="1773654" y="2329549"/>
            <a:ext cx="2505600" cy="203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b="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2800"/>
            </a:lvl9pPr>
          </a:lstStyle>
          <a:p/>
        </p:txBody>
      </p:sp>
      <p:sp>
        <p:nvSpPr>
          <p:cNvPr id="35" name="Google Shape;35;p5"/>
          <p:cNvSpPr txBox="1"/>
          <p:nvPr>
            <p:ph idx="3" type="subTitle"/>
          </p:nvPr>
        </p:nvSpPr>
        <p:spPr>
          <a:xfrm>
            <a:off x="4864746" y="1913150"/>
            <a:ext cx="2505600" cy="49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0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36" name="Google Shape;36;p5"/>
          <p:cNvSpPr txBox="1"/>
          <p:nvPr>
            <p:ph idx="4" type="subTitle"/>
          </p:nvPr>
        </p:nvSpPr>
        <p:spPr>
          <a:xfrm>
            <a:off x="1773654" y="1913150"/>
            <a:ext cx="2505600" cy="49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0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8" name="Google Shape;38;p6"/>
          <p:cNvGrpSpPr/>
          <p:nvPr/>
        </p:nvGrpSpPr>
        <p:grpSpPr>
          <a:xfrm>
            <a:off x="-1480548" y="-2872300"/>
            <a:ext cx="14875201" cy="10883236"/>
            <a:chOff x="-1480548" y="-2872300"/>
            <a:chExt cx="14875201" cy="10883236"/>
          </a:xfrm>
        </p:grpSpPr>
        <p:pic>
          <p:nvPicPr>
            <p:cNvPr id="39" name="Google Shape;39;p6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 rot="10800000">
              <a:off x="-1480548" y="-2872300"/>
              <a:ext cx="4387547" cy="514350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0" name="Google Shape;40;p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 rot="10800000">
              <a:off x="4250650" y="4305115"/>
              <a:ext cx="9144003" cy="3705821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41" name="Google Shape;41;p6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" name="Google Shape;43;p7"/>
          <p:cNvGrpSpPr/>
          <p:nvPr/>
        </p:nvGrpSpPr>
        <p:grpSpPr>
          <a:xfrm>
            <a:off x="-2213779" y="-3870539"/>
            <a:ext cx="14851862" cy="11516984"/>
            <a:chOff x="-2213779" y="-3870539"/>
            <a:chExt cx="14851862" cy="11516984"/>
          </a:xfrm>
        </p:grpSpPr>
        <p:pic>
          <p:nvPicPr>
            <p:cNvPr id="44" name="Google Shape;44;p7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 rot="-2384137">
              <a:off x="7113312" y="1694653"/>
              <a:ext cx="4387546" cy="51435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5" name="Google Shape;45;p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rot="5713368">
              <a:off x="-4524379" y="-1001760"/>
              <a:ext cx="9144006" cy="3705823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46" name="Google Shape;46;p7"/>
          <p:cNvSpPr txBox="1"/>
          <p:nvPr>
            <p:ph type="title"/>
          </p:nvPr>
        </p:nvSpPr>
        <p:spPr>
          <a:xfrm>
            <a:off x="720000" y="445025"/>
            <a:ext cx="771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" type="subTitle"/>
          </p:nvPr>
        </p:nvSpPr>
        <p:spPr>
          <a:xfrm>
            <a:off x="2032800" y="1897775"/>
            <a:ext cx="5078400" cy="182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Font typeface="Open Sans Light"/>
              <a:buChar char="●"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600"/>
              <a:buFont typeface="Nunito Light"/>
              <a:buChar char="○"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■"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●"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○"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■"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●"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○"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" name="Google Shape;49;p8"/>
          <p:cNvGrpSpPr/>
          <p:nvPr/>
        </p:nvGrpSpPr>
        <p:grpSpPr>
          <a:xfrm>
            <a:off x="-631595" y="-2866560"/>
            <a:ext cx="11674094" cy="10753262"/>
            <a:chOff x="-631595" y="-2866560"/>
            <a:chExt cx="11674094" cy="10753262"/>
          </a:xfrm>
        </p:grpSpPr>
        <p:pic>
          <p:nvPicPr>
            <p:cNvPr id="50" name="Google Shape;50;p8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 rot="10800000">
              <a:off x="304799" y="4180880"/>
              <a:ext cx="9144003" cy="370582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1" name="Google Shape;51;p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rot="10800000">
              <a:off x="4692956" y="-2866560"/>
              <a:ext cx="6349542" cy="514350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2" name="Google Shape;52;p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 rot="10800000">
              <a:off x="-631595" y="-2428410"/>
              <a:ext cx="4387547" cy="5143501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53" name="Google Shape;53;p8"/>
          <p:cNvSpPr txBox="1"/>
          <p:nvPr>
            <p:ph type="title"/>
          </p:nvPr>
        </p:nvSpPr>
        <p:spPr>
          <a:xfrm>
            <a:off x="1768500" y="1555800"/>
            <a:ext cx="5607000" cy="2031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5" name="Google Shape;55;p9"/>
          <p:cNvGrpSpPr/>
          <p:nvPr/>
        </p:nvGrpSpPr>
        <p:grpSpPr>
          <a:xfrm>
            <a:off x="-1850795" y="-2714160"/>
            <a:ext cx="12131294" cy="10600862"/>
            <a:chOff x="-1850795" y="-2714160"/>
            <a:chExt cx="12131294" cy="10600862"/>
          </a:xfrm>
        </p:grpSpPr>
        <p:pic>
          <p:nvPicPr>
            <p:cNvPr id="56" name="Google Shape;56;p9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 flipH="1" rot="10800000">
              <a:off x="754975" y="4180880"/>
              <a:ext cx="9144003" cy="370582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7" name="Google Shape;57;p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 rot="10800000">
              <a:off x="-1850795" y="-2714160"/>
              <a:ext cx="6349542" cy="514350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8" name="Google Shape;58;p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 flipH="1" rot="10800000">
              <a:off x="5892952" y="-2276010"/>
              <a:ext cx="4387547" cy="5143501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59" name="Google Shape;59;p9"/>
          <p:cNvSpPr txBox="1"/>
          <p:nvPr>
            <p:ph type="title"/>
          </p:nvPr>
        </p:nvSpPr>
        <p:spPr>
          <a:xfrm>
            <a:off x="2135550" y="1717200"/>
            <a:ext cx="4872900" cy="1108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6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" type="subTitle"/>
          </p:nvPr>
        </p:nvSpPr>
        <p:spPr>
          <a:xfrm>
            <a:off x="2135550" y="2749200"/>
            <a:ext cx="4872900" cy="67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/>
          <p:nvPr>
            <p:ph idx="2" type="pic"/>
          </p:nvPr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63" name="Google Shape;63;p10"/>
          <p:cNvSpPr txBox="1"/>
          <p:nvPr>
            <p:ph type="title"/>
          </p:nvPr>
        </p:nvSpPr>
        <p:spPr>
          <a:xfrm>
            <a:off x="720000" y="3957500"/>
            <a:ext cx="7704000" cy="646500"/>
          </a:xfrm>
          <a:prstGeom prst="rect">
            <a:avLst/>
          </a:prstGeom>
          <a:solidFill>
            <a:schemeClr val="lt1"/>
          </a:solidFill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5" name="Google Shape;65;p11"/>
          <p:cNvGrpSpPr/>
          <p:nvPr/>
        </p:nvGrpSpPr>
        <p:grpSpPr>
          <a:xfrm>
            <a:off x="-2536595" y="-2790360"/>
            <a:ext cx="13045694" cy="10677062"/>
            <a:chOff x="-2536595" y="-2790360"/>
            <a:chExt cx="13045694" cy="10677062"/>
          </a:xfrm>
        </p:grpSpPr>
        <p:pic>
          <p:nvPicPr>
            <p:cNvPr id="66" name="Google Shape;66;p11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754975" y="-2790360"/>
              <a:ext cx="9144003" cy="370582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7" name="Google Shape;67;p1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-2536595" y="2743200"/>
              <a:ext cx="6349542" cy="514350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8" name="Google Shape;68;p1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6121552" y="2305050"/>
              <a:ext cx="4387547" cy="5143501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69" name="Google Shape;69;p11"/>
          <p:cNvSpPr txBox="1"/>
          <p:nvPr>
            <p:ph hasCustomPrompt="1" type="title"/>
          </p:nvPr>
        </p:nvSpPr>
        <p:spPr>
          <a:xfrm>
            <a:off x="1284000" y="1840200"/>
            <a:ext cx="6576000" cy="11082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60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70" name="Google Shape;70;p11"/>
          <p:cNvSpPr txBox="1"/>
          <p:nvPr>
            <p:ph idx="1" type="subTitle"/>
          </p:nvPr>
        </p:nvSpPr>
        <p:spPr>
          <a:xfrm>
            <a:off x="1284000" y="2872200"/>
            <a:ext cx="6576000" cy="43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BLANK_1_1_1_1_1_1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3" name="Google Shape;73;p13"/>
          <p:cNvGrpSpPr/>
          <p:nvPr/>
        </p:nvGrpSpPr>
        <p:grpSpPr>
          <a:xfrm>
            <a:off x="-6941225" y="-3393700"/>
            <a:ext cx="20649172" cy="10795036"/>
            <a:chOff x="-6941225" y="-3393700"/>
            <a:chExt cx="20649172" cy="10795036"/>
          </a:xfrm>
        </p:grpSpPr>
        <p:pic>
          <p:nvPicPr>
            <p:cNvPr id="74" name="Google Shape;74;p13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7358405" y="-3393700"/>
              <a:ext cx="6349542" cy="514350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5" name="Google Shape;75;p13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 rot="10800000">
              <a:off x="-6941225" y="3695515"/>
              <a:ext cx="9144003" cy="3705821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76" name="Google Shape;76;p13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hasCustomPrompt="1" idx="2" type="title"/>
          </p:nvPr>
        </p:nvSpPr>
        <p:spPr>
          <a:xfrm>
            <a:off x="1505376" y="1595483"/>
            <a:ext cx="734700" cy="6465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78" name="Google Shape;78;p13"/>
          <p:cNvSpPr txBox="1"/>
          <p:nvPr>
            <p:ph hasCustomPrompt="1" idx="3" type="title"/>
          </p:nvPr>
        </p:nvSpPr>
        <p:spPr>
          <a:xfrm>
            <a:off x="1505376" y="2963554"/>
            <a:ext cx="734700" cy="6465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79" name="Google Shape;79;p13"/>
          <p:cNvSpPr txBox="1"/>
          <p:nvPr>
            <p:ph hasCustomPrompt="1" idx="4" type="title"/>
          </p:nvPr>
        </p:nvSpPr>
        <p:spPr>
          <a:xfrm>
            <a:off x="4204647" y="1595483"/>
            <a:ext cx="734700" cy="6465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80" name="Google Shape;80;p13"/>
          <p:cNvSpPr txBox="1"/>
          <p:nvPr>
            <p:ph hasCustomPrompt="1" idx="5" type="title"/>
          </p:nvPr>
        </p:nvSpPr>
        <p:spPr>
          <a:xfrm>
            <a:off x="4204647" y="2963554"/>
            <a:ext cx="734700" cy="6465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81" name="Google Shape;81;p13"/>
          <p:cNvSpPr txBox="1"/>
          <p:nvPr>
            <p:ph hasCustomPrompt="1" idx="6" type="title"/>
          </p:nvPr>
        </p:nvSpPr>
        <p:spPr>
          <a:xfrm>
            <a:off x="6903924" y="1595483"/>
            <a:ext cx="734700" cy="6465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82" name="Google Shape;82;p13"/>
          <p:cNvSpPr txBox="1"/>
          <p:nvPr>
            <p:ph hasCustomPrompt="1" idx="7" type="title"/>
          </p:nvPr>
        </p:nvSpPr>
        <p:spPr>
          <a:xfrm>
            <a:off x="6903924" y="2963554"/>
            <a:ext cx="734700" cy="6465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83" name="Google Shape;83;p13"/>
          <p:cNvSpPr txBox="1"/>
          <p:nvPr>
            <p:ph idx="1" type="subTitle"/>
          </p:nvPr>
        </p:nvSpPr>
        <p:spPr>
          <a:xfrm>
            <a:off x="719976" y="2165799"/>
            <a:ext cx="2305500" cy="49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20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84" name="Google Shape;84;p13"/>
          <p:cNvSpPr txBox="1"/>
          <p:nvPr>
            <p:ph idx="8" type="subTitle"/>
          </p:nvPr>
        </p:nvSpPr>
        <p:spPr>
          <a:xfrm>
            <a:off x="3419247" y="2165799"/>
            <a:ext cx="2305500" cy="49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20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85" name="Google Shape;85;p13"/>
          <p:cNvSpPr txBox="1"/>
          <p:nvPr>
            <p:ph idx="9" type="subTitle"/>
          </p:nvPr>
        </p:nvSpPr>
        <p:spPr>
          <a:xfrm>
            <a:off x="6118524" y="2165799"/>
            <a:ext cx="2305500" cy="49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20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86" name="Google Shape;86;p13"/>
          <p:cNvSpPr txBox="1"/>
          <p:nvPr>
            <p:ph idx="13" type="subTitle"/>
          </p:nvPr>
        </p:nvSpPr>
        <p:spPr>
          <a:xfrm>
            <a:off x="719976" y="3533863"/>
            <a:ext cx="2305500" cy="49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20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87" name="Google Shape;87;p13"/>
          <p:cNvSpPr txBox="1"/>
          <p:nvPr>
            <p:ph idx="14" type="subTitle"/>
          </p:nvPr>
        </p:nvSpPr>
        <p:spPr>
          <a:xfrm>
            <a:off x="3419247" y="3533863"/>
            <a:ext cx="2305500" cy="49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20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88" name="Google Shape;88;p13"/>
          <p:cNvSpPr txBox="1"/>
          <p:nvPr>
            <p:ph idx="15" type="subTitle"/>
          </p:nvPr>
        </p:nvSpPr>
        <p:spPr>
          <a:xfrm>
            <a:off x="6118524" y="3533863"/>
            <a:ext cx="2305500" cy="49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20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1">
  <p:cSld name="SECTION_HEADER_1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0" name="Google Shape;90;p14"/>
          <p:cNvGrpSpPr/>
          <p:nvPr/>
        </p:nvGrpSpPr>
        <p:grpSpPr>
          <a:xfrm>
            <a:off x="-3610824" y="-3076700"/>
            <a:ext cx="13964498" cy="11110286"/>
            <a:chOff x="-3610824" y="-3076700"/>
            <a:chExt cx="13964498" cy="11110286"/>
          </a:xfrm>
        </p:grpSpPr>
        <p:pic>
          <p:nvPicPr>
            <p:cNvPr id="91" name="Google Shape;91;p14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 rot="10800000">
              <a:off x="-3610824" y="4327765"/>
              <a:ext cx="9144003" cy="370582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2" name="Google Shape;92;p14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rot="10800000">
              <a:off x="4004131" y="-3076700"/>
              <a:ext cx="6349542" cy="514350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3" name="Google Shape;93;p1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5054830" y="2622800"/>
              <a:ext cx="4387547" cy="5143501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94" name="Google Shape;94;p14"/>
          <p:cNvSpPr txBox="1"/>
          <p:nvPr>
            <p:ph type="title"/>
          </p:nvPr>
        </p:nvSpPr>
        <p:spPr>
          <a:xfrm>
            <a:off x="713225" y="2610600"/>
            <a:ext cx="5067600" cy="95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5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95" name="Google Shape;95;p14"/>
          <p:cNvSpPr txBox="1"/>
          <p:nvPr>
            <p:ph hasCustomPrompt="1" idx="2" type="title"/>
          </p:nvPr>
        </p:nvSpPr>
        <p:spPr>
          <a:xfrm>
            <a:off x="713225" y="1578600"/>
            <a:ext cx="1261800" cy="11082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dk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2">
  <p:cSld name="SECTION_HEADER_1_1"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7" name="Google Shape;97;p15"/>
          <p:cNvGrpSpPr/>
          <p:nvPr/>
        </p:nvGrpSpPr>
        <p:grpSpPr>
          <a:xfrm flipH="1">
            <a:off x="-1324824" y="-3076700"/>
            <a:ext cx="13888298" cy="11110286"/>
            <a:chOff x="-3610824" y="-3076700"/>
            <a:chExt cx="13888298" cy="11110286"/>
          </a:xfrm>
        </p:grpSpPr>
        <p:pic>
          <p:nvPicPr>
            <p:cNvPr id="98" name="Google Shape;98;p15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 rot="10800000">
              <a:off x="-3610824" y="4327765"/>
              <a:ext cx="9144003" cy="370582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9" name="Google Shape;99;p15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rot="10800000">
              <a:off x="3927931" y="-3076700"/>
              <a:ext cx="6349542" cy="514350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0" name="Google Shape;100;p1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4978630" y="2318000"/>
              <a:ext cx="4387547" cy="5143501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01" name="Google Shape;101;p15"/>
          <p:cNvSpPr txBox="1"/>
          <p:nvPr>
            <p:ph type="title"/>
          </p:nvPr>
        </p:nvSpPr>
        <p:spPr>
          <a:xfrm>
            <a:off x="3363175" y="2610600"/>
            <a:ext cx="5067600" cy="95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3600"/>
              <a:buNone/>
              <a:defRPr sz="5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02" name="Google Shape;102;p15"/>
          <p:cNvSpPr txBox="1"/>
          <p:nvPr>
            <p:ph hasCustomPrompt="1" idx="2" type="title"/>
          </p:nvPr>
        </p:nvSpPr>
        <p:spPr>
          <a:xfrm>
            <a:off x="7168975" y="1578600"/>
            <a:ext cx="1261800" cy="11082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dk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BLANK_1_1"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4" name="Google Shape;104;p16"/>
          <p:cNvGrpSpPr/>
          <p:nvPr/>
        </p:nvGrpSpPr>
        <p:grpSpPr>
          <a:xfrm>
            <a:off x="-2260370" y="-3171360"/>
            <a:ext cx="14292948" cy="11899686"/>
            <a:chOff x="-2260370" y="-3171360"/>
            <a:chExt cx="14292948" cy="11899686"/>
          </a:xfrm>
        </p:grpSpPr>
        <p:pic>
          <p:nvPicPr>
            <p:cNvPr id="105" name="Google Shape;105;p16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 flipH="1" rot="10800000">
              <a:off x="-2260370" y="-2790350"/>
              <a:ext cx="6349542" cy="514350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6" name="Google Shape;106;p16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4969027" y="3584825"/>
              <a:ext cx="4387547" cy="514350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7" name="Google Shape;107;p1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2888575" y="-3171360"/>
              <a:ext cx="9144003" cy="3705821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08" name="Google Shape;108;p16"/>
          <p:cNvSpPr txBox="1"/>
          <p:nvPr>
            <p:ph type="title"/>
          </p:nvPr>
        </p:nvSpPr>
        <p:spPr>
          <a:xfrm>
            <a:off x="1882800" y="2995350"/>
            <a:ext cx="5378400" cy="64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109" name="Google Shape;109;p16"/>
          <p:cNvSpPr txBox="1"/>
          <p:nvPr>
            <p:ph idx="1" type="subTitle"/>
          </p:nvPr>
        </p:nvSpPr>
        <p:spPr>
          <a:xfrm>
            <a:off x="1145850" y="1501650"/>
            <a:ext cx="6852300" cy="1569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">
  <p:cSld name="TITLE_ONLY_1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1" name="Google Shape;111;p17"/>
          <p:cNvGrpSpPr/>
          <p:nvPr/>
        </p:nvGrpSpPr>
        <p:grpSpPr>
          <a:xfrm>
            <a:off x="-6941225" y="-3393700"/>
            <a:ext cx="20649172" cy="10947436"/>
            <a:chOff x="-6941225" y="-3393700"/>
            <a:chExt cx="20649172" cy="10947436"/>
          </a:xfrm>
        </p:grpSpPr>
        <p:pic>
          <p:nvPicPr>
            <p:cNvPr id="112" name="Google Shape;112;p17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7358405" y="-3393700"/>
              <a:ext cx="6349542" cy="514350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3" name="Google Shape;113;p1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 rot="10800000">
              <a:off x="-6941225" y="3847915"/>
              <a:ext cx="9144003" cy="3705821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14" name="Google Shape;114;p17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2">
  <p:cSld name="TITLE_ONLY_1_1"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6" name="Google Shape;116;p18"/>
          <p:cNvGrpSpPr/>
          <p:nvPr/>
        </p:nvGrpSpPr>
        <p:grpSpPr>
          <a:xfrm>
            <a:off x="-3694018" y="-5071080"/>
            <a:ext cx="14621927" cy="12895533"/>
            <a:chOff x="-3694018" y="-5071080"/>
            <a:chExt cx="14621927" cy="12895533"/>
          </a:xfrm>
        </p:grpSpPr>
        <p:pic>
          <p:nvPicPr>
            <p:cNvPr id="117" name="Google Shape;117;p18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 rot="376372">
              <a:off x="6272500" y="2456652"/>
              <a:ext cx="4387545" cy="514349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8" name="Google Shape;118;p1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rot="8262288">
              <a:off x="-3637250" y="-2476685"/>
              <a:ext cx="9144003" cy="3705821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19" name="Google Shape;119;p18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3">
  <p:cSld name="TITLE_ONLY_1_1_1"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1" name="Google Shape;121;p19"/>
          <p:cNvGrpSpPr/>
          <p:nvPr/>
        </p:nvGrpSpPr>
        <p:grpSpPr>
          <a:xfrm>
            <a:off x="-5121707" y="-3896607"/>
            <a:ext cx="18958404" cy="12282396"/>
            <a:chOff x="-5121707" y="-3896607"/>
            <a:chExt cx="18958404" cy="12282396"/>
          </a:xfrm>
        </p:grpSpPr>
        <p:pic>
          <p:nvPicPr>
            <p:cNvPr id="122" name="Google Shape;122;p19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 flipH="1" rot="-6886526">
              <a:off x="6996455" y="-2508075"/>
              <a:ext cx="6349545" cy="514350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3" name="Google Shape;123;p1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rot="2969597">
              <a:off x="-5315200" y="1853115"/>
              <a:ext cx="9144002" cy="3705821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24" name="Google Shape;124;p19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">
  <p:cSld name="CUSTOM"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6" name="Google Shape;126;p2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 rot="-8986821">
            <a:off x="-4910578" y="3999905"/>
            <a:ext cx="9144003" cy="3705822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20"/>
          <p:cNvSpPr txBox="1"/>
          <p:nvPr>
            <p:ph type="title"/>
          </p:nvPr>
        </p:nvSpPr>
        <p:spPr>
          <a:xfrm>
            <a:off x="720000" y="1455450"/>
            <a:ext cx="3824700" cy="156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28" name="Google Shape;128;p20"/>
          <p:cNvSpPr txBox="1"/>
          <p:nvPr>
            <p:ph idx="1" type="subTitle"/>
          </p:nvPr>
        </p:nvSpPr>
        <p:spPr>
          <a:xfrm>
            <a:off x="720000" y="2949150"/>
            <a:ext cx="3824700" cy="73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29" name="Google Shape;129;p20"/>
          <p:cNvSpPr/>
          <p:nvPr>
            <p:ph idx="2" type="pic"/>
          </p:nvPr>
        </p:nvSpPr>
        <p:spPr>
          <a:xfrm>
            <a:off x="5257800" y="0"/>
            <a:ext cx="3886200" cy="51480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1">
  <p:cSld name="CUSTOM_4"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1" name="Google Shape;131;p21"/>
          <p:cNvGrpSpPr/>
          <p:nvPr/>
        </p:nvGrpSpPr>
        <p:grpSpPr>
          <a:xfrm>
            <a:off x="-5950625" y="-3546100"/>
            <a:ext cx="19201372" cy="10947436"/>
            <a:chOff x="-5950625" y="-3546100"/>
            <a:chExt cx="19201372" cy="10947436"/>
          </a:xfrm>
        </p:grpSpPr>
        <p:pic>
          <p:nvPicPr>
            <p:cNvPr id="132" name="Google Shape;132;p21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6901205" y="-3546100"/>
              <a:ext cx="6349542" cy="514350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33" name="Google Shape;133;p2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 rot="10800000">
              <a:off x="-5950625" y="3695515"/>
              <a:ext cx="9144003" cy="3705821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34" name="Google Shape;134;p21"/>
          <p:cNvSpPr txBox="1"/>
          <p:nvPr>
            <p:ph type="title"/>
          </p:nvPr>
        </p:nvSpPr>
        <p:spPr>
          <a:xfrm>
            <a:off x="713225" y="1686300"/>
            <a:ext cx="3312000" cy="110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35" name="Google Shape;135;p21"/>
          <p:cNvSpPr txBox="1"/>
          <p:nvPr>
            <p:ph idx="1" type="subTitle"/>
          </p:nvPr>
        </p:nvSpPr>
        <p:spPr>
          <a:xfrm>
            <a:off x="713225" y="2718300"/>
            <a:ext cx="3312000" cy="73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2">
  <p:cSld name="CUSTOM_4_1"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7" name="Google Shape;137;p22"/>
          <p:cNvGrpSpPr/>
          <p:nvPr/>
        </p:nvGrpSpPr>
        <p:grpSpPr>
          <a:xfrm>
            <a:off x="-3447082" y="-4551434"/>
            <a:ext cx="14122109" cy="12508820"/>
            <a:chOff x="-3447082" y="-4551434"/>
            <a:chExt cx="14122109" cy="12508820"/>
          </a:xfrm>
        </p:grpSpPr>
        <p:pic>
          <p:nvPicPr>
            <p:cNvPr id="138" name="Google Shape;138;p22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 flipH="1" rot="-2700000">
              <a:off x="-2271122" y="-3753450"/>
              <a:ext cx="4387544" cy="514349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39" name="Google Shape;139;p2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 rot="10800000">
              <a:off x="1531025" y="4251565"/>
              <a:ext cx="9144003" cy="3705821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40" name="Google Shape;140;p22"/>
          <p:cNvSpPr txBox="1"/>
          <p:nvPr>
            <p:ph type="title"/>
          </p:nvPr>
        </p:nvSpPr>
        <p:spPr>
          <a:xfrm>
            <a:off x="4412839" y="1919450"/>
            <a:ext cx="3593400" cy="64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41" name="Google Shape;141;p22"/>
          <p:cNvSpPr txBox="1"/>
          <p:nvPr>
            <p:ph idx="1" type="subTitle"/>
          </p:nvPr>
        </p:nvSpPr>
        <p:spPr>
          <a:xfrm>
            <a:off x="4413010" y="2485150"/>
            <a:ext cx="3593400" cy="73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3">
  <p:cSld name="CUSTOM_4_2"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3" name="Google Shape;143;p23"/>
          <p:cNvGrpSpPr/>
          <p:nvPr/>
        </p:nvGrpSpPr>
        <p:grpSpPr>
          <a:xfrm>
            <a:off x="-4816000" y="-3066585"/>
            <a:ext cx="17191922" cy="11191412"/>
            <a:chOff x="-4816000" y="-3066585"/>
            <a:chExt cx="17191922" cy="11191412"/>
          </a:xfrm>
        </p:grpSpPr>
        <p:pic>
          <p:nvPicPr>
            <p:cNvPr id="144" name="Google Shape;144;p23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 flipH="1">
              <a:off x="6026380" y="2981325"/>
              <a:ext cx="6349542" cy="514350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5" name="Google Shape;145;p23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762000" y="-3066585"/>
              <a:ext cx="9144003" cy="370582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6" name="Google Shape;146;p23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 rot="10800000">
              <a:off x="-4816000" y="4251565"/>
              <a:ext cx="9144003" cy="3705821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47" name="Google Shape;147;p23"/>
          <p:cNvSpPr txBox="1"/>
          <p:nvPr>
            <p:ph type="title"/>
          </p:nvPr>
        </p:nvSpPr>
        <p:spPr>
          <a:xfrm>
            <a:off x="1319058" y="2009550"/>
            <a:ext cx="4012200" cy="64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48" name="Google Shape;148;p23"/>
          <p:cNvSpPr txBox="1"/>
          <p:nvPr>
            <p:ph idx="1" type="subTitle"/>
          </p:nvPr>
        </p:nvSpPr>
        <p:spPr>
          <a:xfrm>
            <a:off x="1319058" y="2579850"/>
            <a:ext cx="4012200" cy="55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4">
  <p:cSld name="CUSTOM_4_2_1"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4"/>
          <p:cNvSpPr txBox="1"/>
          <p:nvPr>
            <p:ph type="title"/>
          </p:nvPr>
        </p:nvSpPr>
        <p:spPr>
          <a:xfrm>
            <a:off x="721389" y="448056"/>
            <a:ext cx="7708500" cy="57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51" name="Google Shape;151;p24"/>
          <p:cNvSpPr txBox="1"/>
          <p:nvPr>
            <p:ph idx="1" type="body"/>
          </p:nvPr>
        </p:nvSpPr>
        <p:spPr>
          <a:xfrm>
            <a:off x="714113" y="1248250"/>
            <a:ext cx="7708800" cy="99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rtl="0">
              <a:spcBef>
                <a:spcPts val="0"/>
              </a:spcBef>
              <a:spcAft>
                <a:spcPts val="0"/>
              </a:spcAft>
              <a:buClr>
                <a:srgbClr val="152933"/>
              </a:buClr>
              <a:buSzPts val="1200"/>
              <a:buFont typeface="Nunito"/>
              <a:buChar char="●"/>
              <a:defRPr/>
            </a:lvl1pPr>
            <a:lvl2pPr indent="-304800" lvl="1" marL="914400" rtl="0">
              <a:spcBef>
                <a:spcPts val="0"/>
              </a:spcBef>
              <a:spcAft>
                <a:spcPts val="0"/>
              </a:spcAft>
              <a:buClr>
                <a:srgbClr val="152933"/>
              </a:buClr>
              <a:buSzPts val="1200"/>
              <a:buFont typeface="Nunito"/>
              <a:buChar char="○"/>
              <a:defRPr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Clr>
                <a:srgbClr val="152933"/>
              </a:buClr>
              <a:buSzPts val="1200"/>
              <a:buFont typeface="Nunito"/>
              <a:buChar char="■"/>
              <a:defRPr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Clr>
                <a:srgbClr val="152933"/>
              </a:buClr>
              <a:buSzPts val="1200"/>
              <a:buFont typeface="Nunito"/>
              <a:buChar char="●"/>
              <a:defRPr/>
            </a:lvl4pPr>
            <a:lvl5pPr indent="-304800" lvl="4" marL="2286000" rtl="0">
              <a:spcBef>
                <a:spcPts val="0"/>
              </a:spcBef>
              <a:spcAft>
                <a:spcPts val="0"/>
              </a:spcAft>
              <a:buClr>
                <a:srgbClr val="152933"/>
              </a:buClr>
              <a:buSzPts val="1200"/>
              <a:buFont typeface="Nunito"/>
              <a:buChar char="○"/>
              <a:defRPr/>
            </a:lvl5pPr>
            <a:lvl6pPr indent="-304800" lvl="5" marL="2743200" rtl="0">
              <a:spcBef>
                <a:spcPts val="0"/>
              </a:spcBef>
              <a:spcAft>
                <a:spcPts val="0"/>
              </a:spcAft>
              <a:buClr>
                <a:srgbClr val="152933"/>
              </a:buClr>
              <a:buSzPts val="1200"/>
              <a:buFont typeface="Nunito"/>
              <a:buChar char="■"/>
              <a:defRPr/>
            </a:lvl6pPr>
            <a:lvl7pPr indent="-304800" lvl="6" marL="3200400" rtl="0">
              <a:spcBef>
                <a:spcPts val="0"/>
              </a:spcBef>
              <a:spcAft>
                <a:spcPts val="0"/>
              </a:spcAft>
              <a:buClr>
                <a:srgbClr val="152933"/>
              </a:buClr>
              <a:buSzPts val="1200"/>
              <a:buFont typeface="Nunito"/>
              <a:buChar char="●"/>
              <a:defRPr/>
            </a:lvl7pPr>
            <a:lvl8pPr indent="-304800" lvl="7" marL="3657600" rtl="0">
              <a:spcBef>
                <a:spcPts val="0"/>
              </a:spcBef>
              <a:spcAft>
                <a:spcPts val="0"/>
              </a:spcAft>
              <a:buClr>
                <a:srgbClr val="152933"/>
              </a:buClr>
              <a:buSzPts val="1200"/>
              <a:buFont typeface="Nunito"/>
              <a:buChar char="○"/>
              <a:defRPr/>
            </a:lvl8pPr>
            <a:lvl9pPr indent="-304800" lvl="8" marL="4114800" rtl="0">
              <a:spcBef>
                <a:spcPts val="0"/>
              </a:spcBef>
              <a:spcAft>
                <a:spcPts val="0"/>
              </a:spcAft>
              <a:buClr>
                <a:srgbClr val="152933"/>
              </a:buClr>
              <a:buSzPts val="1200"/>
              <a:buFont typeface="Nunito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1">
  <p:cSld name="TITLE_AND_TWO_COLUMNS_1"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3" name="Google Shape;153;p25"/>
          <p:cNvGrpSpPr/>
          <p:nvPr/>
        </p:nvGrpSpPr>
        <p:grpSpPr>
          <a:xfrm>
            <a:off x="-3370882" y="-4551434"/>
            <a:ext cx="16760534" cy="12565970"/>
            <a:chOff x="-3370882" y="-4551434"/>
            <a:chExt cx="16760534" cy="12565970"/>
          </a:xfrm>
        </p:grpSpPr>
        <p:pic>
          <p:nvPicPr>
            <p:cNvPr id="154" name="Google Shape;154;p25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 flipH="1" rot="-2700000">
              <a:off x="-2194922" y="-3753450"/>
              <a:ext cx="4387544" cy="514349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5" name="Google Shape;155;p25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 rot="10800000">
              <a:off x="4245650" y="4308715"/>
              <a:ext cx="9144003" cy="3705821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56" name="Google Shape;156;p25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57" name="Google Shape;157;p25"/>
          <p:cNvSpPr txBox="1"/>
          <p:nvPr>
            <p:ph idx="1" type="subTitle"/>
          </p:nvPr>
        </p:nvSpPr>
        <p:spPr>
          <a:xfrm>
            <a:off x="4898325" y="2188025"/>
            <a:ext cx="2460900" cy="1662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b="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58" name="Google Shape;158;p25"/>
          <p:cNvSpPr txBox="1"/>
          <p:nvPr>
            <p:ph idx="2" type="subTitle"/>
          </p:nvPr>
        </p:nvSpPr>
        <p:spPr>
          <a:xfrm>
            <a:off x="1784750" y="2188025"/>
            <a:ext cx="2460900" cy="1662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b="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59" name="Google Shape;159;p25"/>
          <p:cNvSpPr txBox="1"/>
          <p:nvPr>
            <p:ph idx="3" type="subTitle"/>
          </p:nvPr>
        </p:nvSpPr>
        <p:spPr>
          <a:xfrm>
            <a:off x="1784751" y="1771625"/>
            <a:ext cx="2460900" cy="49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20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160" name="Google Shape;160;p25"/>
          <p:cNvSpPr txBox="1"/>
          <p:nvPr>
            <p:ph idx="4" type="subTitle"/>
          </p:nvPr>
        </p:nvSpPr>
        <p:spPr>
          <a:xfrm>
            <a:off x="4898350" y="1771625"/>
            <a:ext cx="2460900" cy="49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20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2">
  <p:cSld name="TITLE_AND_TWO_COLUMNS_1_1"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2" name="Google Shape;162;p26"/>
          <p:cNvGrpSpPr/>
          <p:nvPr/>
        </p:nvGrpSpPr>
        <p:grpSpPr>
          <a:xfrm>
            <a:off x="-5121707" y="-3896607"/>
            <a:ext cx="18958404" cy="12282396"/>
            <a:chOff x="-5121707" y="-3896607"/>
            <a:chExt cx="18958404" cy="12282396"/>
          </a:xfrm>
        </p:grpSpPr>
        <p:pic>
          <p:nvPicPr>
            <p:cNvPr id="163" name="Google Shape;163;p26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 flipH="1" rot="-6886526">
              <a:off x="6996455" y="-2508075"/>
              <a:ext cx="6349545" cy="514350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64" name="Google Shape;164;p2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rot="2969597">
              <a:off x="-5315200" y="1853115"/>
              <a:ext cx="9144002" cy="3705821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65" name="Google Shape;165;p26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66" name="Google Shape;166;p26"/>
          <p:cNvSpPr txBox="1"/>
          <p:nvPr>
            <p:ph idx="1" type="subTitle"/>
          </p:nvPr>
        </p:nvSpPr>
        <p:spPr>
          <a:xfrm>
            <a:off x="4764002" y="1794875"/>
            <a:ext cx="3095400" cy="203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b="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67" name="Google Shape;167;p26"/>
          <p:cNvSpPr txBox="1"/>
          <p:nvPr>
            <p:ph idx="2" type="subTitle"/>
          </p:nvPr>
        </p:nvSpPr>
        <p:spPr>
          <a:xfrm>
            <a:off x="1284598" y="1794875"/>
            <a:ext cx="3095400" cy="203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b="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3">
  <p:cSld name="TITLE_AND_TWO_COLUMNS_1_1_1"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9" name="Google Shape;169;p27"/>
          <p:cNvGrpSpPr/>
          <p:nvPr/>
        </p:nvGrpSpPr>
        <p:grpSpPr>
          <a:xfrm>
            <a:off x="-2013950" y="-2872300"/>
            <a:ext cx="9144003" cy="10883236"/>
            <a:chOff x="-2013950" y="-2872300"/>
            <a:chExt cx="9144003" cy="10883236"/>
          </a:xfrm>
        </p:grpSpPr>
        <p:pic>
          <p:nvPicPr>
            <p:cNvPr id="170" name="Google Shape;170;p27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 rot="10800000">
              <a:off x="-1480548" y="-2872300"/>
              <a:ext cx="4387547" cy="514350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71" name="Google Shape;171;p2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 rot="10800000">
              <a:off x="-2013950" y="4305115"/>
              <a:ext cx="9144003" cy="3705821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72" name="Google Shape;172;p27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73" name="Google Shape;173;p27"/>
          <p:cNvSpPr txBox="1"/>
          <p:nvPr>
            <p:ph idx="1" type="body"/>
          </p:nvPr>
        </p:nvSpPr>
        <p:spPr>
          <a:xfrm>
            <a:off x="715100" y="1558275"/>
            <a:ext cx="3558900" cy="234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rtl="0">
              <a:spcBef>
                <a:spcPts val="0"/>
              </a:spcBef>
              <a:spcAft>
                <a:spcPts val="0"/>
              </a:spcAft>
              <a:buClr>
                <a:srgbClr val="152933"/>
              </a:buClr>
              <a:buSzPts val="1200"/>
              <a:buFont typeface="Nunito"/>
              <a:buChar char="●"/>
              <a:defRPr/>
            </a:lvl1pPr>
            <a:lvl2pPr indent="-304800" lvl="1" marL="914400" rtl="0">
              <a:spcBef>
                <a:spcPts val="0"/>
              </a:spcBef>
              <a:spcAft>
                <a:spcPts val="0"/>
              </a:spcAft>
              <a:buClr>
                <a:srgbClr val="152933"/>
              </a:buClr>
              <a:buSzPts val="1200"/>
              <a:buFont typeface="Nunito"/>
              <a:buChar char="○"/>
              <a:defRPr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Clr>
                <a:srgbClr val="152933"/>
              </a:buClr>
              <a:buSzPts val="1200"/>
              <a:buFont typeface="Nunito"/>
              <a:buChar char="■"/>
              <a:defRPr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Clr>
                <a:srgbClr val="152933"/>
              </a:buClr>
              <a:buSzPts val="1200"/>
              <a:buFont typeface="Nunito"/>
              <a:buChar char="●"/>
              <a:defRPr/>
            </a:lvl4pPr>
            <a:lvl5pPr indent="-304800" lvl="4" marL="2286000" rtl="0">
              <a:spcBef>
                <a:spcPts val="0"/>
              </a:spcBef>
              <a:spcAft>
                <a:spcPts val="0"/>
              </a:spcAft>
              <a:buClr>
                <a:srgbClr val="152933"/>
              </a:buClr>
              <a:buSzPts val="1200"/>
              <a:buFont typeface="Nunito"/>
              <a:buChar char="○"/>
              <a:defRPr/>
            </a:lvl5pPr>
            <a:lvl6pPr indent="-304800" lvl="5" marL="2743200" rtl="0">
              <a:spcBef>
                <a:spcPts val="0"/>
              </a:spcBef>
              <a:spcAft>
                <a:spcPts val="0"/>
              </a:spcAft>
              <a:buClr>
                <a:srgbClr val="152933"/>
              </a:buClr>
              <a:buSzPts val="1200"/>
              <a:buFont typeface="Nunito"/>
              <a:buChar char="■"/>
              <a:defRPr/>
            </a:lvl6pPr>
            <a:lvl7pPr indent="-304800" lvl="6" marL="3200400" rtl="0">
              <a:spcBef>
                <a:spcPts val="0"/>
              </a:spcBef>
              <a:spcAft>
                <a:spcPts val="0"/>
              </a:spcAft>
              <a:buClr>
                <a:srgbClr val="152933"/>
              </a:buClr>
              <a:buSzPts val="1200"/>
              <a:buFont typeface="Nunito"/>
              <a:buChar char="●"/>
              <a:defRPr/>
            </a:lvl7pPr>
            <a:lvl8pPr indent="-304800" lvl="7" marL="3657600" rtl="0">
              <a:spcBef>
                <a:spcPts val="0"/>
              </a:spcBef>
              <a:spcAft>
                <a:spcPts val="0"/>
              </a:spcAft>
              <a:buClr>
                <a:srgbClr val="152933"/>
              </a:buClr>
              <a:buSzPts val="1200"/>
              <a:buFont typeface="Nunito"/>
              <a:buChar char="○"/>
              <a:defRPr/>
            </a:lvl8pPr>
            <a:lvl9pPr indent="-304800" lvl="8" marL="4114800" rtl="0">
              <a:spcBef>
                <a:spcPts val="0"/>
              </a:spcBef>
              <a:spcAft>
                <a:spcPts val="0"/>
              </a:spcAft>
              <a:buClr>
                <a:srgbClr val="152933"/>
              </a:buClr>
              <a:buSzPts val="1200"/>
              <a:buFont typeface="Nunito"/>
              <a:buChar char="■"/>
              <a:defRPr/>
            </a:lvl9pPr>
          </a:lstStyle>
          <a:p/>
        </p:txBody>
      </p:sp>
      <p:sp>
        <p:nvSpPr>
          <p:cNvPr id="174" name="Google Shape;174;p27"/>
          <p:cNvSpPr txBox="1"/>
          <p:nvPr>
            <p:ph idx="2" type="body"/>
          </p:nvPr>
        </p:nvSpPr>
        <p:spPr>
          <a:xfrm>
            <a:off x="4871800" y="1554479"/>
            <a:ext cx="3557100" cy="234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rtl="0">
              <a:spcBef>
                <a:spcPts val="0"/>
              </a:spcBef>
              <a:spcAft>
                <a:spcPts val="0"/>
              </a:spcAft>
              <a:buClr>
                <a:srgbClr val="152933"/>
              </a:buClr>
              <a:buSzPts val="1200"/>
              <a:buFont typeface="Nunito"/>
              <a:buChar char="●"/>
              <a:defRPr/>
            </a:lvl1pPr>
            <a:lvl2pPr indent="-304800" lvl="1" marL="914400" rtl="0">
              <a:spcBef>
                <a:spcPts val="0"/>
              </a:spcBef>
              <a:spcAft>
                <a:spcPts val="0"/>
              </a:spcAft>
              <a:buClr>
                <a:srgbClr val="152933"/>
              </a:buClr>
              <a:buSzPts val="1200"/>
              <a:buFont typeface="Nunito"/>
              <a:buChar char="○"/>
              <a:defRPr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Clr>
                <a:srgbClr val="152933"/>
              </a:buClr>
              <a:buSzPts val="1200"/>
              <a:buFont typeface="Nunito"/>
              <a:buChar char="■"/>
              <a:defRPr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Clr>
                <a:srgbClr val="152933"/>
              </a:buClr>
              <a:buSzPts val="1200"/>
              <a:buFont typeface="Nunito"/>
              <a:buChar char="●"/>
              <a:defRPr/>
            </a:lvl4pPr>
            <a:lvl5pPr indent="-304800" lvl="4" marL="2286000" rtl="0">
              <a:spcBef>
                <a:spcPts val="0"/>
              </a:spcBef>
              <a:spcAft>
                <a:spcPts val="0"/>
              </a:spcAft>
              <a:buClr>
                <a:srgbClr val="152933"/>
              </a:buClr>
              <a:buSzPts val="1200"/>
              <a:buFont typeface="Nunito"/>
              <a:buChar char="○"/>
              <a:defRPr/>
            </a:lvl5pPr>
            <a:lvl6pPr indent="-304800" lvl="5" marL="2743200" rtl="0">
              <a:spcBef>
                <a:spcPts val="0"/>
              </a:spcBef>
              <a:spcAft>
                <a:spcPts val="0"/>
              </a:spcAft>
              <a:buClr>
                <a:srgbClr val="152933"/>
              </a:buClr>
              <a:buSzPts val="1200"/>
              <a:buFont typeface="Nunito"/>
              <a:buChar char="■"/>
              <a:defRPr/>
            </a:lvl6pPr>
            <a:lvl7pPr indent="-304800" lvl="6" marL="3200400" rtl="0">
              <a:spcBef>
                <a:spcPts val="0"/>
              </a:spcBef>
              <a:spcAft>
                <a:spcPts val="0"/>
              </a:spcAft>
              <a:buClr>
                <a:srgbClr val="152933"/>
              </a:buClr>
              <a:buSzPts val="1200"/>
              <a:buFont typeface="Nunito"/>
              <a:buChar char="●"/>
              <a:defRPr/>
            </a:lvl7pPr>
            <a:lvl8pPr indent="-304800" lvl="7" marL="3657600" rtl="0">
              <a:spcBef>
                <a:spcPts val="0"/>
              </a:spcBef>
              <a:spcAft>
                <a:spcPts val="0"/>
              </a:spcAft>
              <a:buClr>
                <a:srgbClr val="152933"/>
              </a:buClr>
              <a:buSzPts val="1200"/>
              <a:buFont typeface="Nunito"/>
              <a:buChar char="○"/>
              <a:defRPr/>
            </a:lvl8pPr>
            <a:lvl9pPr indent="-304800" lvl="8" marL="4114800" rtl="0">
              <a:spcBef>
                <a:spcPts val="0"/>
              </a:spcBef>
              <a:spcAft>
                <a:spcPts val="0"/>
              </a:spcAft>
              <a:buClr>
                <a:srgbClr val="152933"/>
              </a:buClr>
              <a:buSzPts val="1200"/>
              <a:buFont typeface="Nunito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">
  <p:cSld name="CUSTOM_6"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6" name="Google Shape;176;p28"/>
          <p:cNvGrpSpPr/>
          <p:nvPr/>
        </p:nvGrpSpPr>
        <p:grpSpPr>
          <a:xfrm>
            <a:off x="-5486707" y="-2618585"/>
            <a:ext cx="16111256" cy="10964488"/>
            <a:chOff x="-5486707" y="-2618585"/>
            <a:chExt cx="16111256" cy="10964488"/>
          </a:xfrm>
        </p:grpSpPr>
        <p:pic>
          <p:nvPicPr>
            <p:cNvPr id="177" name="Google Shape;177;p28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 rot="-9497111">
              <a:off x="-5125598" y="3079989"/>
              <a:ext cx="9144001" cy="370582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78" name="Google Shape;178;p28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 flipH="1" rot="10800000">
              <a:off x="6237002" y="-2618585"/>
              <a:ext cx="4387547" cy="5143501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79" name="Google Shape;179;p28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80" name="Google Shape;180;p28"/>
          <p:cNvSpPr txBox="1"/>
          <p:nvPr>
            <p:ph idx="1" type="subTitle"/>
          </p:nvPr>
        </p:nvSpPr>
        <p:spPr>
          <a:xfrm>
            <a:off x="713197" y="2372530"/>
            <a:ext cx="2309700" cy="129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81" name="Google Shape;181;p28"/>
          <p:cNvSpPr txBox="1"/>
          <p:nvPr>
            <p:ph idx="2" type="subTitle"/>
          </p:nvPr>
        </p:nvSpPr>
        <p:spPr>
          <a:xfrm>
            <a:off x="3417146" y="2372530"/>
            <a:ext cx="2309700" cy="129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82" name="Google Shape;182;p28"/>
          <p:cNvSpPr txBox="1"/>
          <p:nvPr>
            <p:ph idx="3" type="subTitle"/>
          </p:nvPr>
        </p:nvSpPr>
        <p:spPr>
          <a:xfrm>
            <a:off x="6121103" y="2372530"/>
            <a:ext cx="2309700" cy="129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83" name="Google Shape;183;p28"/>
          <p:cNvSpPr txBox="1"/>
          <p:nvPr>
            <p:ph idx="4" type="subTitle"/>
          </p:nvPr>
        </p:nvSpPr>
        <p:spPr>
          <a:xfrm>
            <a:off x="713197" y="1956125"/>
            <a:ext cx="2309700" cy="49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20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184" name="Google Shape;184;p28"/>
          <p:cNvSpPr txBox="1"/>
          <p:nvPr>
            <p:ph idx="5" type="subTitle"/>
          </p:nvPr>
        </p:nvSpPr>
        <p:spPr>
          <a:xfrm>
            <a:off x="3417150" y="1956125"/>
            <a:ext cx="2309700" cy="49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20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185" name="Google Shape;185;p28"/>
          <p:cNvSpPr txBox="1"/>
          <p:nvPr>
            <p:ph idx="6" type="subTitle"/>
          </p:nvPr>
        </p:nvSpPr>
        <p:spPr>
          <a:xfrm>
            <a:off x="6121103" y="1956125"/>
            <a:ext cx="2309700" cy="49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20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 1">
  <p:cSld name="CUSTOM_6_1"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7" name="Google Shape;187;p29"/>
          <p:cNvGrpSpPr/>
          <p:nvPr/>
        </p:nvGrpSpPr>
        <p:grpSpPr>
          <a:xfrm>
            <a:off x="-1408557" y="-2971010"/>
            <a:ext cx="15719281" cy="12321938"/>
            <a:chOff x="-1408557" y="-2971010"/>
            <a:chExt cx="15719281" cy="12321938"/>
          </a:xfrm>
        </p:grpSpPr>
        <p:pic>
          <p:nvPicPr>
            <p:cNvPr id="188" name="Google Shape;188;p29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 flipH="1" rot="9497111">
              <a:off x="4805613" y="4085014"/>
              <a:ext cx="9144001" cy="370582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89" name="Google Shape;189;p29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 rot="10800000">
              <a:off x="-1408557" y="-2971010"/>
              <a:ext cx="4387547" cy="5143501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90" name="Google Shape;190;p29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91" name="Google Shape;191;p29"/>
          <p:cNvSpPr txBox="1"/>
          <p:nvPr>
            <p:ph idx="1" type="subTitle"/>
          </p:nvPr>
        </p:nvSpPr>
        <p:spPr>
          <a:xfrm>
            <a:off x="713197" y="3432280"/>
            <a:ext cx="2309700" cy="55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92" name="Google Shape;192;p29"/>
          <p:cNvSpPr txBox="1"/>
          <p:nvPr>
            <p:ph idx="2" type="subTitle"/>
          </p:nvPr>
        </p:nvSpPr>
        <p:spPr>
          <a:xfrm>
            <a:off x="3417148" y="3432280"/>
            <a:ext cx="2309700" cy="55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93" name="Google Shape;193;p29"/>
          <p:cNvSpPr txBox="1"/>
          <p:nvPr>
            <p:ph idx="3" type="subTitle"/>
          </p:nvPr>
        </p:nvSpPr>
        <p:spPr>
          <a:xfrm>
            <a:off x="6121103" y="3432280"/>
            <a:ext cx="2309700" cy="55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94" name="Google Shape;194;p29"/>
          <p:cNvSpPr txBox="1"/>
          <p:nvPr>
            <p:ph idx="4" type="subTitle"/>
          </p:nvPr>
        </p:nvSpPr>
        <p:spPr>
          <a:xfrm>
            <a:off x="713197" y="3015875"/>
            <a:ext cx="2309700" cy="49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0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195" name="Google Shape;195;p29"/>
          <p:cNvSpPr txBox="1"/>
          <p:nvPr>
            <p:ph idx="5" type="subTitle"/>
          </p:nvPr>
        </p:nvSpPr>
        <p:spPr>
          <a:xfrm>
            <a:off x="3417148" y="3015875"/>
            <a:ext cx="2309700" cy="49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0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196" name="Google Shape;196;p29"/>
          <p:cNvSpPr txBox="1"/>
          <p:nvPr>
            <p:ph idx="6" type="subTitle"/>
          </p:nvPr>
        </p:nvSpPr>
        <p:spPr>
          <a:xfrm>
            <a:off x="6121103" y="3015875"/>
            <a:ext cx="2309700" cy="49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0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">
  <p:cSld name="CUSTOM_5"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8" name="Google Shape;198;p30"/>
          <p:cNvGrpSpPr/>
          <p:nvPr/>
        </p:nvGrpSpPr>
        <p:grpSpPr>
          <a:xfrm>
            <a:off x="-3664625" y="-3171360"/>
            <a:ext cx="15888147" cy="11219987"/>
            <a:chOff x="-3664625" y="-3171360"/>
            <a:chExt cx="15888147" cy="11219987"/>
          </a:xfrm>
        </p:grpSpPr>
        <p:pic>
          <p:nvPicPr>
            <p:cNvPr id="199" name="Google Shape;199;p30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 flipH="1">
              <a:off x="5873980" y="2905125"/>
              <a:ext cx="6349542" cy="514350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00" name="Google Shape;200;p3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3664625" y="-3171360"/>
              <a:ext cx="9144003" cy="3705821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01" name="Google Shape;201;p30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202" name="Google Shape;202;p30"/>
          <p:cNvSpPr txBox="1"/>
          <p:nvPr>
            <p:ph idx="1" type="subTitle"/>
          </p:nvPr>
        </p:nvSpPr>
        <p:spPr>
          <a:xfrm>
            <a:off x="1519924" y="1767800"/>
            <a:ext cx="2811000" cy="92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03" name="Google Shape;203;p30"/>
          <p:cNvSpPr txBox="1"/>
          <p:nvPr>
            <p:ph idx="2" type="subTitle"/>
          </p:nvPr>
        </p:nvSpPr>
        <p:spPr>
          <a:xfrm>
            <a:off x="4813076" y="1767800"/>
            <a:ext cx="2811000" cy="92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04" name="Google Shape;204;p30"/>
          <p:cNvSpPr txBox="1"/>
          <p:nvPr>
            <p:ph idx="3" type="subTitle"/>
          </p:nvPr>
        </p:nvSpPr>
        <p:spPr>
          <a:xfrm>
            <a:off x="1519924" y="3276050"/>
            <a:ext cx="2811000" cy="92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05" name="Google Shape;205;p30"/>
          <p:cNvSpPr txBox="1"/>
          <p:nvPr>
            <p:ph idx="4" type="subTitle"/>
          </p:nvPr>
        </p:nvSpPr>
        <p:spPr>
          <a:xfrm>
            <a:off x="4813076" y="3276050"/>
            <a:ext cx="2811000" cy="92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06" name="Google Shape;206;p30"/>
          <p:cNvSpPr txBox="1"/>
          <p:nvPr>
            <p:ph idx="5" type="subTitle"/>
          </p:nvPr>
        </p:nvSpPr>
        <p:spPr>
          <a:xfrm>
            <a:off x="1519924" y="1351400"/>
            <a:ext cx="2811000" cy="49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207" name="Google Shape;207;p30"/>
          <p:cNvSpPr txBox="1"/>
          <p:nvPr>
            <p:ph idx="6" type="subTitle"/>
          </p:nvPr>
        </p:nvSpPr>
        <p:spPr>
          <a:xfrm>
            <a:off x="1519924" y="2859650"/>
            <a:ext cx="2811000" cy="49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208" name="Google Shape;208;p30"/>
          <p:cNvSpPr txBox="1"/>
          <p:nvPr>
            <p:ph idx="7" type="subTitle"/>
          </p:nvPr>
        </p:nvSpPr>
        <p:spPr>
          <a:xfrm>
            <a:off x="4813049" y="1351400"/>
            <a:ext cx="2811000" cy="49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209" name="Google Shape;209;p30"/>
          <p:cNvSpPr txBox="1"/>
          <p:nvPr>
            <p:ph idx="8" type="subTitle"/>
          </p:nvPr>
        </p:nvSpPr>
        <p:spPr>
          <a:xfrm>
            <a:off x="4813049" y="2859650"/>
            <a:ext cx="2811000" cy="49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ive columns">
  <p:cSld name="CUSTOM_7_1"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1" name="Google Shape;211;p31"/>
          <p:cNvGrpSpPr/>
          <p:nvPr/>
        </p:nvGrpSpPr>
        <p:grpSpPr>
          <a:xfrm flipH="1">
            <a:off x="-3336773" y="-4209191"/>
            <a:ext cx="14286840" cy="11676792"/>
            <a:chOff x="-1736573" y="-4209191"/>
            <a:chExt cx="14286840" cy="11676792"/>
          </a:xfrm>
        </p:grpSpPr>
        <p:pic>
          <p:nvPicPr>
            <p:cNvPr id="212" name="Google Shape;212;p31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 flipH="1">
              <a:off x="-1736573" y="2324100"/>
              <a:ext cx="4387547" cy="514350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13" name="Google Shape;213;p3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rot="5141246">
              <a:off x="5786796" y="-1363711"/>
              <a:ext cx="9144006" cy="3705823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14" name="Google Shape;214;p31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215" name="Google Shape;215;p31"/>
          <p:cNvSpPr txBox="1"/>
          <p:nvPr>
            <p:ph idx="1" type="subTitle"/>
          </p:nvPr>
        </p:nvSpPr>
        <p:spPr>
          <a:xfrm>
            <a:off x="720034" y="1808086"/>
            <a:ext cx="2425200" cy="92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16" name="Google Shape;216;p31"/>
          <p:cNvSpPr txBox="1"/>
          <p:nvPr>
            <p:ph idx="2" type="subTitle"/>
          </p:nvPr>
        </p:nvSpPr>
        <p:spPr>
          <a:xfrm>
            <a:off x="3359400" y="1808086"/>
            <a:ext cx="2425200" cy="92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17" name="Google Shape;217;p31"/>
          <p:cNvSpPr txBox="1"/>
          <p:nvPr>
            <p:ph idx="3" type="subTitle"/>
          </p:nvPr>
        </p:nvSpPr>
        <p:spPr>
          <a:xfrm>
            <a:off x="2039717" y="3306550"/>
            <a:ext cx="2425200" cy="92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18" name="Google Shape;218;p31"/>
          <p:cNvSpPr txBox="1"/>
          <p:nvPr>
            <p:ph idx="4" type="subTitle"/>
          </p:nvPr>
        </p:nvSpPr>
        <p:spPr>
          <a:xfrm>
            <a:off x="4679083" y="3306550"/>
            <a:ext cx="2425200" cy="92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19" name="Google Shape;219;p31"/>
          <p:cNvSpPr txBox="1"/>
          <p:nvPr>
            <p:ph idx="5" type="subTitle"/>
          </p:nvPr>
        </p:nvSpPr>
        <p:spPr>
          <a:xfrm>
            <a:off x="5998766" y="1808086"/>
            <a:ext cx="2425200" cy="92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20" name="Google Shape;220;p31"/>
          <p:cNvSpPr txBox="1"/>
          <p:nvPr>
            <p:ph idx="6" type="subTitle"/>
          </p:nvPr>
        </p:nvSpPr>
        <p:spPr>
          <a:xfrm>
            <a:off x="720034" y="1391675"/>
            <a:ext cx="2425200" cy="49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221" name="Google Shape;221;p31"/>
          <p:cNvSpPr txBox="1"/>
          <p:nvPr>
            <p:ph idx="7" type="subTitle"/>
          </p:nvPr>
        </p:nvSpPr>
        <p:spPr>
          <a:xfrm>
            <a:off x="3359400" y="1391675"/>
            <a:ext cx="2425200" cy="49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222" name="Google Shape;222;p31"/>
          <p:cNvSpPr txBox="1"/>
          <p:nvPr>
            <p:ph idx="8" type="subTitle"/>
          </p:nvPr>
        </p:nvSpPr>
        <p:spPr>
          <a:xfrm>
            <a:off x="5998766" y="1391675"/>
            <a:ext cx="2425200" cy="49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223" name="Google Shape;223;p31"/>
          <p:cNvSpPr txBox="1"/>
          <p:nvPr>
            <p:ph idx="9" type="subTitle"/>
          </p:nvPr>
        </p:nvSpPr>
        <p:spPr>
          <a:xfrm>
            <a:off x="2039717" y="2890152"/>
            <a:ext cx="2425200" cy="49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224" name="Google Shape;224;p31"/>
          <p:cNvSpPr txBox="1"/>
          <p:nvPr>
            <p:ph idx="13" type="subTitle"/>
          </p:nvPr>
        </p:nvSpPr>
        <p:spPr>
          <a:xfrm>
            <a:off x="4679083" y="2890152"/>
            <a:ext cx="2425200" cy="49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columns">
  <p:cSld name="CUSTOM_7"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6" name="Google Shape;226;p32"/>
          <p:cNvGrpSpPr/>
          <p:nvPr/>
        </p:nvGrpSpPr>
        <p:grpSpPr>
          <a:xfrm>
            <a:off x="-1736573" y="-4209191"/>
            <a:ext cx="14286840" cy="11676792"/>
            <a:chOff x="-1736573" y="-4209191"/>
            <a:chExt cx="14286840" cy="11676792"/>
          </a:xfrm>
        </p:grpSpPr>
        <p:pic>
          <p:nvPicPr>
            <p:cNvPr id="227" name="Google Shape;227;p32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 flipH="1">
              <a:off x="-1736573" y="2324100"/>
              <a:ext cx="4387547" cy="514350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28" name="Google Shape;228;p3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rot="5141246">
              <a:off x="5786796" y="-1363711"/>
              <a:ext cx="9144006" cy="3705823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29" name="Google Shape;229;p32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230" name="Google Shape;230;p32"/>
          <p:cNvSpPr txBox="1"/>
          <p:nvPr>
            <p:ph idx="1" type="subTitle"/>
          </p:nvPr>
        </p:nvSpPr>
        <p:spPr>
          <a:xfrm>
            <a:off x="720034" y="1808099"/>
            <a:ext cx="2425200" cy="92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31" name="Google Shape;231;p32"/>
          <p:cNvSpPr txBox="1"/>
          <p:nvPr>
            <p:ph idx="2" type="subTitle"/>
          </p:nvPr>
        </p:nvSpPr>
        <p:spPr>
          <a:xfrm>
            <a:off x="3359402" y="1808099"/>
            <a:ext cx="2425200" cy="92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32" name="Google Shape;232;p32"/>
          <p:cNvSpPr txBox="1"/>
          <p:nvPr>
            <p:ph idx="3" type="subTitle"/>
          </p:nvPr>
        </p:nvSpPr>
        <p:spPr>
          <a:xfrm>
            <a:off x="720034" y="3306563"/>
            <a:ext cx="2425200" cy="92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33" name="Google Shape;233;p32"/>
          <p:cNvSpPr txBox="1"/>
          <p:nvPr>
            <p:ph idx="4" type="subTitle"/>
          </p:nvPr>
        </p:nvSpPr>
        <p:spPr>
          <a:xfrm>
            <a:off x="3359400" y="3306563"/>
            <a:ext cx="2425200" cy="92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34" name="Google Shape;234;p32"/>
          <p:cNvSpPr txBox="1"/>
          <p:nvPr>
            <p:ph idx="5" type="subTitle"/>
          </p:nvPr>
        </p:nvSpPr>
        <p:spPr>
          <a:xfrm>
            <a:off x="5998766" y="1808099"/>
            <a:ext cx="2425200" cy="92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35" name="Google Shape;235;p32"/>
          <p:cNvSpPr txBox="1"/>
          <p:nvPr>
            <p:ph idx="6" type="subTitle"/>
          </p:nvPr>
        </p:nvSpPr>
        <p:spPr>
          <a:xfrm>
            <a:off x="5998766" y="3306563"/>
            <a:ext cx="2425200" cy="92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36" name="Google Shape;236;p32"/>
          <p:cNvSpPr txBox="1"/>
          <p:nvPr>
            <p:ph idx="7" type="subTitle"/>
          </p:nvPr>
        </p:nvSpPr>
        <p:spPr>
          <a:xfrm>
            <a:off x="720034" y="1391688"/>
            <a:ext cx="2425200" cy="49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237" name="Google Shape;237;p32"/>
          <p:cNvSpPr txBox="1"/>
          <p:nvPr>
            <p:ph idx="8" type="subTitle"/>
          </p:nvPr>
        </p:nvSpPr>
        <p:spPr>
          <a:xfrm>
            <a:off x="3359402" y="1391688"/>
            <a:ext cx="2425200" cy="49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238" name="Google Shape;238;p32"/>
          <p:cNvSpPr txBox="1"/>
          <p:nvPr>
            <p:ph idx="9" type="subTitle"/>
          </p:nvPr>
        </p:nvSpPr>
        <p:spPr>
          <a:xfrm>
            <a:off x="5998766" y="1391688"/>
            <a:ext cx="2425200" cy="49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239" name="Google Shape;239;p32"/>
          <p:cNvSpPr txBox="1"/>
          <p:nvPr>
            <p:ph idx="13" type="subTitle"/>
          </p:nvPr>
        </p:nvSpPr>
        <p:spPr>
          <a:xfrm>
            <a:off x="720034" y="2890165"/>
            <a:ext cx="2425200" cy="49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240" name="Google Shape;240;p32"/>
          <p:cNvSpPr txBox="1"/>
          <p:nvPr>
            <p:ph idx="14" type="subTitle"/>
          </p:nvPr>
        </p:nvSpPr>
        <p:spPr>
          <a:xfrm>
            <a:off x="3359402" y="2890165"/>
            <a:ext cx="2425200" cy="49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241" name="Google Shape;241;p32"/>
          <p:cNvSpPr txBox="1"/>
          <p:nvPr>
            <p:ph idx="15" type="subTitle"/>
          </p:nvPr>
        </p:nvSpPr>
        <p:spPr>
          <a:xfrm>
            <a:off x="5998766" y="2890165"/>
            <a:ext cx="2425200" cy="49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nine columns">
  <p:cSld name="CUSTOM_7_2"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3" name="Google Shape;243;p33"/>
          <p:cNvGrpSpPr/>
          <p:nvPr/>
        </p:nvGrpSpPr>
        <p:grpSpPr>
          <a:xfrm>
            <a:off x="-1736573" y="-4209191"/>
            <a:ext cx="14286840" cy="11676792"/>
            <a:chOff x="-1736573" y="-4209191"/>
            <a:chExt cx="14286840" cy="11676792"/>
          </a:xfrm>
        </p:grpSpPr>
        <p:pic>
          <p:nvPicPr>
            <p:cNvPr id="244" name="Google Shape;244;p33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 flipH="1">
              <a:off x="-1736573" y="2324100"/>
              <a:ext cx="4387547" cy="514350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45" name="Google Shape;245;p33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rot="5141246">
              <a:off x="5786796" y="-1363711"/>
              <a:ext cx="9144006" cy="3705823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46" name="Google Shape;246;p33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247" name="Google Shape;247;p33"/>
          <p:cNvSpPr txBox="1"/>
          <p:nvPr>
            <p:ph idx="1" type="subTitle"/>
          </p:nvPr>
        </p:nvSpPr>
        <p:spPr>
          <a:xfrm>
            <a:off x="1222750" y="1608317"/>
            <a:ext cx="1913700" cy="55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48" name="Google Shape;248;p33"/>
          <p:cNvSpPr txBox="1"/>
          <p:nvPr>
            <p:ph idx="2" type="subTitle"/>
          </p:nvPr>
        </p:nvSpPr>
        <p:spPr>
          <a:xfrm>
            <a:off x="3617876" y="1608317"/>
            <a:ext cx="1913700" cy="55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49" name="Google Shape;249;p33"/>
          <p:cNvSpPr txBox="1"/>
          <p:nvPr>
            <p:ph idx="3" type="subTitle"/>
          </p:nvPr>
        </p:nvSpPr>
        <p:spPr>
          <a:xfrm>
            <a:off x="1222750" y="2741972"/>
            <a:ext cx="1913700" cy="55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50" name="Google Shape;250;p33"/>
          <p:cNvSpPr txBox="1"/>
          <p:nvPr>
            <p:ph idx="4" type="subTitle"/>
          </p:nvPr>
        </p:nvSpPr>
        <p:spPr>
          <a:xfrm>
            <a:off x="3617876" y="2741972"/>
            <a:ext cx="1913700" cy="55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51" name="Google Shape;251;p33"/>
          <p:cNvSpPr txBox="1"/>
          <p:nvPr>
            <p:ph idx="5" type="subTitle"/>
          </p:nvPr>
        </p:nvSpPr>
        <p:spPr>
          <a:xfrm>
            <a:off x="6007550" y="1608317"/>
            <a:ext cx="1913700" cy="55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52" name="Google Shape;252;p33"/>
          <p:cNvSpPr txBox="1"/>
          <p:nvPr>
            <p:ph idx="6" type="subTitle"/>
          </p:nvPr>
        </p:nvSpPr>
        <p:spPr>
          <a:xfrm>
            <a:off x="6007550" y="2741972"/>
            <a:ext cx="1913700" cy="55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53" name="Google Shape;253;p33"/>
          <p:cNvSpPr txBox="1"/>
          <p:nvPr>
            <p:ph idx="7" type="subTitle"/>
          </p:nvPr>
        </p:nvSpPr>
        <p:spPr>
          <a:xfrm>
            <a:off x="1221250" y="1191925"/>
            <a:ext cx="1916700" cy="49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0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254" name="Google Shape;254;p33"/>
          <p:cNvSpPr txBox="1"/>
          <p:nvPr>
            <p:ph idx="8" type="subTitle"/>
          </p:nvPr>
        </p:nvSpPr>
        <p:spPr>
          <a:xfrm>
            <a:off x="3616376" y="1191925"/>
            <a:ext cx="1916700" cy="49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0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255" name="Google Shape;255;p33"/>
          <p:cNvSpPr txBox="1"/>
          <p:nvPr>
            <p:ph idx="9" type="subTitle"/>
          </p:nvPr>
        </p:nvSpPr>
        <p:spPr>
          <a:xfrm>
            <a:off x="6006050" y="1191925"/>
            <a:ext cx="1916700" cy="49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0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256" name="Google Shape;256;p33"/>
          <p:cNvSpPr txBox="1"/>
          <p:nvPr>
            <p:ph idx="13" type="subTitle"/>
          </p:nvPr>
        </p:nvSpPr>
        <p:spPr>
          <a:xfrm>
            <a:off x="1221250" y="2325578"/>
            <a:ext cx="1916700" cy="49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0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257" name="Google Shape;257;p33"/>
          <p:cNvSpPr txBox="1"/>
          <p:nvPr>
            <p:ph idx="14" type="subTitle"/>
          </p:nvPr>
        </p:nvSpPr>
        <p:spPr>
          <a:xfrm>
            <a:off x="3616376" y="2325578"/>
            <a:ext cx="1916700" cy="49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0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258" name="Google Shape;258;p33"/>
          <p:cNvSpPr txBox="1"/>
          <p:nvPr>
            <p:ph idx="15" type="subTitle"/>
          </p:nvPr>
        </p:nvSpPr>
        <p:spPr>
          <a:xfrm>
            <a:off x="6006050" y="2325578"/>
            <a:ext cx="1916700" cy="49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0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259" name="Google Shape;259;p33"/>
          <p:cNvSpPr txBox="1"/>
          <p:nvPr>
            <p:ph idx="16" type="subTitle"/>
          </p:nvPr>
        </p:nvSpPr>
        <p:spPr>
          <a:xfrm>
            <a:off x="1222750" y="3875625"/>
            <a:ext cx="1913700" cy="55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60" name="Google Shape;260;p33"/>
          <p:cNvSpPr txBox="1"/>
          <p:nvPr>
            <p:ph idx="17" type="subTitle"/>
          </p:nvPr>
        </p:nvSpPr>
        <p:spPr>
          <a:xfrm>
            <a:off x="3617876" y="3875625"/>
            <a:ext cx="1913700" cy="55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61" name="Google Shape;261;p33"/>
          <p:cNvSpPr txBox="1"/>
          <p:nvPr>
            <p:ph idx="18" type="subTitle"/>
          </p:nvPr>
        </p:nvSpPr>
        <p:spPr>
          <a:xfrm>
            <a:off x="6007550" y="3875625"/>
            <a:ext cx="1913700" cy="55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62" name="Google Shape;262;p33"/>
          <p:cNvSpPr txBox="1"/>
          <p:nvPr>
            <p:ph idx="19" type="subTitle"/>
          </p:nvPr>
        </p:nvSpPr>
        <p:spPr>
          <a:xfrm>
            <a:off x="1221250" y="3459230"/>
            <a:ext cx="1916700" cy="49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0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263" name="Google Shape;263;p33"/>
          <p:cNvSpPr txBox="1"/>
          <p:nvPr>
            <p:ph idx="20" type="subTitle"/>
          </p:nvPr>
        </p:nvSpPr>
        <p:spPr>
          <a:xfrm>
            <a:off x="3616376" y="3459230"/>
            <a:ext cx="1916700" cy="49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0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264" name="Google Shape;264;p33"/>
          <p:cNvSpPr txBox="1"/>
          <p:nvPr>
            <p:ph idx="21" type="subTitle"/>
          </p:nvPr>
        </p:nvSpPr>
        <p:spPr>
          <a:xfrm>
            <a:off x="6006050" y="3459230"/>
            <a:ext cx="1916700" cy="49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0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">
  <p:cSld name="CUSTOM_8"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6" name="Google Shape;266;p34"/>
          <p:cNvGrpSpPr/>
          <p:nvPr/>
        </p:nvGrpSpPr>
        <p:grpSpPr>
          <a:xfrm>
            <a:off x="-3509179" y="-4022939"/>
            <a:ext cx="14394662" cy="11669384"/>
            <a:chOff x="-3509179" y="-4022939"/>
            <a:chExt cx="14394662" cy="11669384"/>
          </a:xfrm>
        </p:grpSpPr>
        <p:pic>
          <p:nvPicPr>
            <p:cNvPr id="267" name="Google Shape;267;p34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 flipH="1" rot="2384137">
              <a:off x="-2371954" y="1694653"/>
              <a:ext cx="4387546" cy="51435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68" name="Google Shape;268;p34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 rot="-5713368">
              <a:off x="4052077" y="-1154160"/>
              <a:ext cx="9144006" cy="3705823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69" name="Google Shape;269;p34"/>
          <p:cNvSpPr txBox="1"/>
          <p:nvPr>
            <p:ph hasCustomPrompt="1" type="title"/>
          </p:nvPr>
        </p:nvSpPr>
        <p:spPr>
          <a:xfrm>
            <a:off x="2223600" y="603432"/>
            <a:ext cx="4696800" cy="8772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500"/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70" name="Google Shape;270;p34"/>
          <p:cNvSpPr txBox="1"/>
          <p:nvPr>
            <p:ph idx="1" type="subTitle"/>
          </p:nvPr>
        </p:nvSpPr>
        <p:spPr>
          <a:xfrm>
            <a:off x="2223600" y="1404421"/>
            <a:ext cx="4696800" cy="43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T Sans"/>
              <a:buNone/>
              <a:defRPr sz="160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/>
        </p:txBody>
      </p:sp>
      <p:sp>
        <p:nvSpPr>
          <p:cNvPr id="271" name="Google Shape;271;p34"/>
          <p:cNvSpPr txBox="1"/>
          <p:nvPr>
            <p:ph hasCustomPrompt="1" idx="2" type="title"/>
          </p:nvPr>
        </p:nvSpPr>
        <p:spPr>
          <a:xfrm>
            <a:off x="2223600" y="1955688"/>
            <a:ext cx="4696800" cy="8772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500"/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72" name="Google Shape;272;p34"/>
          <p:cNvSpPr txBox="1"/>
          <p:nvPr>
            <p:ph idx="3" type="subTitle"/>
          </p:nvPr>
        </p:nvSpPr>
        <p:spPr>
          <a:xfrm>
            <a:off x="2223600" y="2756697"/>
            <a:ext cx="4696800" cy="43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T Sans"/>
              <a:buNone/>
              <a:defRPr sz="160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/>
        </p:txBody>
      </p:sp>
      <p:sp>
        <p:nvSpPr>
          <p:cNvPr id="273" name="Google Shape;273;p34"/>
          <p:cNvSpPr txBox="1"/>
          <p:nvPr>
            <p:ph hasCustomPrompt="1" idx="4" type="title"/>
          </p:nvPr>
        </p:nvSpPr>
        <p:spPr>
          <a:xfrm>
            <a:off x="2223600" y="3307944"/>
            <a:ext cx="4696800" cy="8772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500"/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74" name="Google Shape;274;p34"/>
          <p:cNvSpPr txBox="1"/>
          <p:nvPr>
            <p:ph idx="5" type="subTitle"/>
          </p:nvPr>
        </p:nvSpPr>
        <p:spPr>
          <a:xfrm>
            <a:off x="2223600" y="4108968"/>
            <a:ext cx="4696800" cy="43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T Sans"/>
              <a:buNone/>
              <a:defRPr sz="160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">
  <p:cSld name="CUSTOM_3_1"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6" name="Google Shape;276;p35"/>
          <p:cNvGrpSpPr/>
          <p:nvPr/>
        </p:nvGrpSpPr>
        <p:grpSpPr>
          <a:xfrm>
            <a:off x="-2384195" y="-2866560"/>
            <a:ext cx="14035773" cy="10829462"/>
            <a:chOff x="-2384195" y="-2866560"/>
            <a:chExt cx="14035773" cy="10829462"/>
          </a:xfrm>
        </p:grpSpPr>
        <p:pic>
          <p:nvPicPr>
            <p:cNvPr id="277" name="Google Shape;277;p35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 flipH="1">
              <a:off x="-2384195" y="-2866560"/>
              <a:ext cx="9144003" cy="370582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78" name="Google Shape;278;p35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5302035" y="2819400"/>
              <a:ext cx="6349542" cy="514350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79" name="Google Shape;279;p3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 flipH="1">
              <a:off x="-1165517" y="2152650"/>
              <a:ext cx="4387547" cy="5143501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80" name="Google Shape;280;p35"/>
          <p:cNvSpPr txBox="1"/>
          <p:nvPr>
            <p:ph type="title"/>
          </p:nvPr>
        </p:nvSpPr>
        <p:spPr>
          <a:xfrm>
            <a:off x="2347950" y="821063"/>
            <a:ext cx="4448100" cy="1108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281" name="Google Shape;281;p35"/>
          <p:cNvSpPr txBox="1"/>
          <p:nvPr>
            <p:ph idx="1" type="subTitle"/>
          </p:nvPr>
        </p:nvSpPr>
        <p:spPr>
          <a:xfrm>
            <a:off x="2347950" y="1717431"/>
            <a:ext cx="4448100" cy="1046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82" name="Google Shape;282;p35"/>
          <p:cNvSpPr txBox="1"/>
          <p:nvPr/>
        </p:nvSpPr>
        <p:spPr>
          <a:xfrm>
            <a:off x="2099100" y="3527556"/>
            <a:ext cx="4945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30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CREDITS:</a:t>
            </a:r>
            <a:r>
              <a:rPr lang="en" sz="10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 This presentation template was created by </a:t>
            </a:r>
            <a:r>
              <a:rPr b="1" lang="en" sz="1000" u="sng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Slidesgo</a:t>
            </a:r>
            <a:r>
              <a:rPr lang="en" sz="10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, and includes icons by </a:t>
            </a:r>
            <a:r>
              <a:rPr b="1" lang="en" sz="1000" u="sng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Flaticon</a:t>
            </a:r>
            <a:r>
              <a:rPr lang="en" sz="10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, and infographics &amp; images by </a:t>
            </a:r>
            <a:r>
              <a:rPr b="1" lang="en" sz="1000" u="sng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Freepik</a:t>
            </a:r>
            <a:r>
              <a:rPr lang="en" sz="1000" u="sng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 </a:t>
            </a:r>
            <a:endParaRPr b="1" sz="1000" u="sng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">
  <p:cSld name="CUSTOM_9"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4" name="Google Shape;284;p36"/>
          <p:cNvGrpSpPr/>
          <p:nvPr/>
        </p:nvGrpSpPr>
        <p:grpSpPr>
          <a:xfrm>
            <a:off x="-3653639" y="-2790360"/>
            <a:ext cx="15724511" cy="11210106"/>
            <a:chOff x="-3653639" y="-2790360"/>
            <a:chExt cx="15724511" cy="11210106"/>
          </a:xfrm>
        </p:grpSpPr>
        <p:pic>
          <p:nvPicPr>
            <p:cNvPr id="285" name="Google Shape;285;p36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1440775" y="-2790360"/>
              <a:ext cx="9144003" cy="370582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86" name="Google Shape;286;p3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rot="1660645">
              <a:off x="-2822346" y="2095850"/>
              <a:ext cx="6349545" cy="514350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87" name="Google Shape;287;p3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 rot="-1557935">
              <a:off x="6778778" y="1904999"/>
              <a:ext cx="4387548" cy="5143502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1">
  <p:cSld name="CUSTOM_9_1"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9" name="Google Shape;289;p37"/>
          <p:cNvGrpSpPr/>
          <p:nvPr/>
        </p:nvGrpSpPr>
        <p:grpSpPr>
          <a:xfrm>
            <a:off x="-3038425" y="-2885610"/>
            <a:ext cx="15526757" cy="10936860"/>
            <a:chOff x="-3038425" y="-2885610"/>
            <a:chExt cx="15526757" cy="10936860"/>
          </a:xfrm>
        </p:grpSpPr>
        <p:pic>
          <p:nvPicPr>
            <p:cNvPr id="290" name="Google Shape;290;p37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 flipH="1">
              <a:off x="330951" y="-2885610"/>
              <a:ext cx="9144003" cy="370582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91" name="Google Shape;291;p3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 rot="-1028951">
              <a:off x="5521633" y="2085974"/>
              <a:ext cx="6349540" cy="51435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92" name="Google Shape;292;p3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 flipH="1" rot="1600190">
              <a:off x="-2117498" y="1333498"/>
              <a:ext cx="4387549" cy="5143504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29" Type="http://schemas.openxmlformats.org/officeDocument/2006/relationships/slideLayout" Target="../slideLayouts/slideLayout29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31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11.xml"/><Relationship Id="rId33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10.xml"/><Relationship Id="rId32" Type="http://schemas.openxmlformats.org/officeDocument/2006/relationships/slideLayout" Target="../slideLayouts/slideLayout32.xml"/><Relationship Id="rId13" Type="http://schemas.openxmlformats.org/officeDocument/2006/relationships/slideLayout" Target="../slideLayouts/slideLayout13.xml"/><Relationship Id="rId35" Type="http://schemas.openxmlformats.org/officeDocument/2006/relationships/slideLayout" Target="../slideLayouts/slideLayout35.xml"/><Relationship Id="rId12" Type="http://schemas.openxmlformats.org/officeDocument/2006/relationships/slideLayout" Target="../slideLayouts/slideLayout12.xml"/><Relationship Id="rId34" Type="http://schemas.openxmlformats.org/officeDocument/2006/relationships/slideLayout" Target="../slideLayouts/slideLayout34.xml"/><Relationship Id="rId15" Type="http://schemas.openxmlformats.org/officeDocument/2006/relationships/slideLayout" Target="../slideLayouts/slideLayout15.xml"/><Relationship Id="rId37" Type="http://schemas.openxmlformats.org/officeDocument/2006/relationships/theme" Target="../theme/theme1.xml"/><Relationship Id="rId14" Type="http://schemas.openxmlformats.org/officeDocument/2006/relationships/slideLayout" Target="../slideLayouts/slideLayout14.xml"/><Relationship Id="rId36" Type="http://schemas.openxmlformats.org/officeDocument/2006/relationships/slideLayout" Target="../slideLayouts/slideLayout36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b="1" sz="30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Raleway"/>
              <a:buNone/>
              <a:defRPr b="1" sz="35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Raleway"/>
              <a:buNone/>
              <a:defRPr b="1" sz="35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Raleway"/>
              <a:buNone/>
              <a:defRPr b="1" sz="35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Raleway"/>
              <a:buNone/>
              <a:defRPr b="1" sz="35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Raleway"/>
              <a:buNone/>
              <a:defRPr b="1" sz="35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Raleway"/>
              <a:buNone/>
              <a:defRPr b="1" sz="35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Raleway"/>
              <a:buNone/>
              <a:defRPr b="1" sz="35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Raleway"/>
              <a:buNone/>
              <a:defRPr b="1" sz="35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"/>
              <a:buChar char="●"/>
              <a:defRPr sz="12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-3048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"/>
              <a:buChar char="○"/>
              <a:defRPr sz="12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-3048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"/>
              <a:buChar char="■"/>
              <a:defRPr sz="12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-3048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"/>
              <a:buChar char="●"/>
              <a:defRPr sz="12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-3048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"/>
              <a:buChar char="○"/>
              <a:defRPr sz="12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-3048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"/>
              <a:buChar char="■"/>
              <a:defRPr sz="12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-3048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"/>
              <a:buChar char="●"/>
              <a:defRPr sz="12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-3048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"/>
              <a:buChar char="○"/>
              <a:defRPr sz="12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-3048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"/>
              <a:buChar char="■"/>
              <a:defRPr sz="12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449">
          <p15:clr>
            <a:srgbClr val="EA4335"/>
          </p15:clr>
        </p15:guide>
        <p15:guide id="2" pos="5311">
          <p15:clr>
            <a:srgbClr val="EA4335"/>
          </p15:clr>
        </p15:guide>
        <p15:guide id="3" orient="horz" pos="340">
          <p15:clr>
            <a:srgbClr val="EA4335"/>
          </p15:clr>
        </p15:guide>
        <p15:guide id="4" orient="horz" pos="2900">
          <p15:clr>
            <a:srgbClr val="EA4335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Relationship Id="rId3" Type="http://schemas.openxmlformats.org/officeDocument/2006/relationships/hyperlink" Target="https://edaplayground.com/" TargetMode="Externa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38"/>
          <p:cNvSpPr txBox="1"/>
          <p:nvPr>
            <p:ph type="ctrTitle"/>
          </p:nvPr>
        </p:nvSpPr>
        <p:spPr>
          <a:xfrm>
            <a:off x="713250" y="1525050"/>
            <a:ext cx="7717500" cy="166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Digital Onboarding: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200"/>
              <a:t>Testbenching</a:t>
            </a:r>
            <a:endParaRPr sz="4200"/>
          </a:p>
        </p:txBody>
      </p:sp>
      <p:sp>
        <p:nvSpPr>
          <p:cNvPr id="298" name="Google Shape;298;p38"/>
          <p:cNvSpPr txBox="1"/>
          <p:nvPr>
            <p:ph idx="1" type="subTitle"/>
          </p:nvPr>
        </p:nvSpPr>
        <p:spPr>
          <a:xfrm>
            <a:off x="2307700" y="3187350"/>
            <a:ext cx="4528800" cy="43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Silicats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39"/>
          <p:cNvSpPr txBox="1"/>
          <p:nvPr>
            <p:ph type="title"/>
          </p:nvPr>
        </p:nvSpPr>
        <p:spPr>
          <a:xfrm>
            <a:off x="637625" y="445025"/>
            <a:ext cx="77865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Understanding a design</a:t>
            </a:r>
            <a:endParaRPr sz="3000"/>
          </a:p>
        </p:txBody>
      </p:sp>
      <p:sp>
        <p:nvSpPr>
          <p:cNvPr id="304" name="Google Shape;304;p39"/>
          <p:cNvSpPr txBox="1"/>
          <p:nvPr>
            <p:ph idx="4294967295" type="subTitle"/>
          </p:nvPr>
        </p:nvSpPr>
        <p:spPr>
          <a:xfrm>
            <a:off x="637625" y="1137100"/>
            <a:ext cx="7653000" cy="335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/>
              <a:t>The most important thing - UNDERSTANDING THE SPECIFICATION!!!!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Must be able to find bugs that the original </a:t>
            </a:r>
            <a:r>
              <a:rPr lang="en" sz="1500"/>
              <a:t>developer</a:t>
            </a:r>
            <a:r>
              <a:rPr lang="en" sz="1500"/>
              <a:t> couldn’t find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There could be </a:t>
            </a:r>
            <a:r>
              <a:rPr lang="en" sz="1500"/>
              <a:t>specifications</a:t>
            </a:r>
            <a:r>
              <a:rPr lang="en" sz="1500"/>
              <a:t> bugs and there could be implementation bugs</a:t>
            </a:r>
            <a:endParaRPr sz="1500"/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" sz="1500"/>
              <a:t>Latency might be assumed to be something in the spec but not possible in the actual design (specification bug</a:t>
            </a:r>
            <a:endParaRPr sz="1500"/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" sz="1500"/>
              <a:t>Or, part of the pipeline corrupts downstream data (implementation bug)</a:t>
            </a:r>
            <a:endParaRPr sz="1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/>
              <a:t>Things to think about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Simultaneous events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Complicated logic (intentional or not)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Corner cases - corruption and combinational logic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Operating modes / assumptions</a:t>
            </a:r>
            <a:endParaRPr sz="1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/>
              <a:t>Draw pictures! Whiteboard it! FSM it!</a:t>
            </a:r>
            <a:endParaRPr sz="1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9" name="Google Shape;309;p40" title="Screenshot 2026-07-11 at 12.17.20 AM.png"/>
          <p:cNvPicPr preferRelativeResize="0"/>
          <p:nvPr/>
        </p:nvPicPr>
        <p:blipFill rotWithShape="1">
          <a:blip r:embed="rId3">
            <a:alphaModFix/>
          </a:blip>
          <a:srcRect b="0" l="0" r="0" t="1681"/>
          <a:stretch/>
        </p:blipFill>
        <p:spPr>
          <a:xfrm>
            <a:off x="340675" y="723150"/>
            <a:ext cx="8372351" cy="36114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41"/>
          <p:cNvSpPr txBox="1"/>
          <p:nvPr>
            <p:ph type="title"/>
          </p:nvPr>
        </p:nvSpPr>
        <p:spPr>
          <a:xfrm>
            <a:off x="637625" y="445025"/>
            <a:ext cx="77865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Understanding a design</a:t>
            </a:r>
            <a:endParaRPr sz="3000"/>
          </a:p>
        </p:txBody>
      </p:sp>
      <p:sp>
        <p:nvSpPr>
          <p:cNvPr id="315" name="Google Shape;315;p41"/>
          <p:cNvSpPr txBox="1"/>
          <p:nvPr>
            <p:ph idx="4294967295" type="subTitle"/>
          </p:nvPr>
        </p:nvSpPr>
        <p:spPr>
          <a:xfrm>
            <a:off x="637625" y="1137100"/>
            <a:ext cx="7653000" cy="335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/>
              <a:t>Other things to consider</a:t>
            </a:r>
            <a:endParaRPr sz="1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Defeatures - Being able to toggle different features on and off in order to better support respins</a:t>
            </a:r>
            <a:endParaRPr sz="1500"/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" sz="1500"/>
              <a:t>Must verify multiple modes, consider all possible cases</a:t>
            </a:r>
            <a:endParaRPr sz="1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Consider power and clocking</a:t>
            </a:r>
            <a:endParaRPr sz="1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Livelock - two units invalidating each other, making transactions invalid and forcing them to continuously retry</a:t>
            </a:r>
            <a:endParaRPr sz="1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Deadlock - two units waiting for a signal from each other</a:t>
            </a:r>
            <a:endParaRPr sz="1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42"/>
          <p:cNvSpPr txBox="1"/>
          <p:nvPr>
            <p:ph type="title"/>
          </p:nvPr>
        </p:nvSpPr>
        <p:spPr>
          <a:xfrm>
            <a:off x="637625" y="445025"/>
            <a:ext cx="7786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Testbenching - Combinatorial</a:t>
            </a:r>
            <a:endParaRPr/>
          </a:p>
        </p:txBody>
      </p:sp>
      <p:sp>
        <p:nvSpPr>
          <p:cNvPr id="321" name="Google Shape;321;p42"/>
          <p:cNvSpPr txBox="1"/>
          <p:nvPr>
            <p:ph idx="4294967295" type="subTitle"/>
          </p:nvPr>
        </p:nvSpPr>
        <p:spPr>
          <a:xfrm>
            <a:off x="637625" y="1137100"/>
            <a:ext cx="7653000" cy="335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/>
              <a:t>Going back to an ALU example, here’s a 16-bit unsigned ALU with 5 out of 8 opcodes:</a:t>
            </a:r>
            <a:endParaRPr sz="1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`</a:t>
            </a:r>
            <a:r>
              <a:rPr lang="en" sz="900"/>
              <a:t>timescale 1ns/10ps // make sure this is at the top of every .sv module file; controls the timescale used (1ns) &amp; the precision level (10ps)</a:t>
            </a:r>
            <a:endParaRPr sz="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m</a:t>
            </a:r>
            <a:r>
              <a:rPr lang="en" sz="900"/>
              <a:t>odule ALU(a, b, opcode, out, carry); // module for the ALU; includes the variables in parenthesis to allow for external inputs</a:t>
            </a:r>
            <a:endParaRPr sz="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	</a:t>
            </a:r>
            <a:r>
              <a:rPr lang="en" sz="900"/>
              <a:t>input logic [15:0] a;</a:t>
            </a:r>
            <a:endParaRPr sz="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	input logic [15:0] b;</a:t>
            </a:r>
            <a:endParaRPr sz="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	input logic [2:0] opcode;</a:t>
            </a:r>
            <a:endParaRPr sz="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	output logic [15:0] out;</a:t>
            </a:r>
            <a:endParaRPr sz="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	output logic carry;</a:t>
            </a:r>
            <a:endParaRPr sz="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	logic [16:0] tempOut;</a:t>
            </a:r>
            <a:endParaRPr sz="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	// assign sets output variables as constant values that are then changed separately</a:t>
            </a:r>
            <a:endParaRPr sz="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	// think of it as a phone screen: something is always shown, but what the thing shown is depends on internal execution</a:t>
            </a:r>
            <a:endParaRPr sz="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	assign out = tempOut[15:0];</a:t>
            </a:r>
            <a:endParaRPr sz="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	assign carry = tempOut[16];</a:t>
            </a:r>
            <a:endParaRPr sz="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	always_comb begin // used to set logic variables</a:t>
            </a:r>
            <a:endParaRPr sz="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		case(opcode)</a:t>
            </a:r>
            <a:endParaRPr sz="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			3’b000: tempOut = a + b;</a:t>
            </a:r>
            <a:endParaRPr sz="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			3’b001: tempOut = a - b;</a:t>
            </a:r>
            <a:endParaRPr sz="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			3’b010: tempOut = b - a;</a:t>
            </a:r>
            <a:endParaRPr sz="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			3’b011: tempOut = a | b; // a OR b</a:t>
            </a:r>
            <a:endParaRPr sz="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			3’b100: tempOut = a ^ b; // a XOR b</a:t>
            </a:r>
            <a:endParaRPr sz="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			default: tempOut = 17’b0; // sets output to zero for non-supported opcodes</a:t>
            </a:r>
            <a:endParaRPr sz="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		endcase</a:t>
            </a:r>
            <a:endParaRPr sz="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	end</a:t>
            </a:r>
            <a:endParaRPr sz="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endmodule</a:t>
            </a:r>
            <a:endParaRPr sz="9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43"/>
          <p:cNvSpPr txBox="1"/>
          <p:nvPr>
            <p:ph type="title"/>
          </p:nvPr>
        </p:nvSpPr>
        <p:spPr>
          <a:xfrm>
            <a:off x="637625" y="445025"/>
            <a:ext cx="7786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Testbenching - Combinatorial</a:t>
            </a:r>
            <a:endParaRPr/>
          </a:p>
        </p:txBody>
      </p:sp>
      <p:sp>
        <p:nvSpPr>
          <p:cNvPr id="327" name="Google Shape;327;p43"/>
          <p:cNvSpPr txBox="1"/>
          <p:nvPr>
            <p:ph idx="4294967295" type="subTitle"/>
          </p:nvPr>
        </p:nvSpPr>
        <p:spPr>
          <a:xfrm>
            <a:off x="637625" y="1137100"/>
            <a:ext cx="7653000" cy="335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/>
              <a:t>An </a:t>
            </a:r>
            <a:r>
              <a:rPr lang="en" sz="1500"/>
              <a:t>example testbench for this ALU would then look like this</a:t>
            </a:r>
            <a:r>
              <a:rPr lang="en" sz="1500"/>
              <a:t>:</a:t>
            </a:r>
            <a:endParaRPr sz="1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`timescale 1ns/10ps</a:t>
            </a:r>
            <a:endParaRPr sz="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module ALU_test; // test module that contains the variables used as inputs into the design</a:t>
            </a:r>
            <a:endParaRPr sz="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	</a:t>
            </a:r>
            <a:r>
              <a:rPr lang="en" sz="900"/>
              <a:t>l</a:t>
            </a:r>
            <a:r>
              <a:rPr lang="en" sz="900"/>
              <a:t>ogic [15:0] </a:t>
            </a:r>
            <a:r>
              <a:rPr lang="en" sz="900"/>
              <a:t>a, b, opcode, out;</a:t>
            </a:r>
            <a:endParaRPr sz="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	logic carry;</a:t>
            </a:r>
            <a:endParaRPr sz="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ALU testbench(.a(</a:t>
            </a:r>
            <a:r>
              <a:rPr lang="en" sz="900"/>
              <a:t>a</a:t>
            </a:r>
            <a:r>
              <a:rPr lang="en" sz="900"/>
              <a:t>), .b(</a:t>
            </a:r>
            <a:r>
              <a:rPr lang="en" sz="900"/>
              <a:t>b</a:t>
            </a:r>
            <a:r>
              <a:rPr lang="en" sz="900"/>
              <a:t>), .opcode(</a:t>
            </a:r>
            <a:r>
              <a:rPr lang="en" sz="900"/>
              <a:t>o</a:t>
            </a:r>
            <a:r>
              <a:rPr lang="en" sz="900"/>
              <a:t>p</a:t>
            </a:r>
            <a:r>
              <a:rPr lang="en" sz="900"/>
              <a:t>c</a:t>
            </a:r>
            <a:r>
              <a:rPr lang="en" sz="900"/>
              <a:t>ode), .out(</a:t>
            </a:r>
            <a:r>
              <a:rPr lang="en" sz="900"/>
              <a:t>o</a:t>
            </a:r>
            <a:r>
              <a:rPr lang="en" sz="900"/>
              <a:t>ut), .carry(</a:t>
            </a:r>
            <a:r>
              <a:rPr lang="en" sz="900"/>
              <a:t>c</a:t>
            </a:r>
            <a:r>
              <a:rPr lang="en" sz="900"/>
              <a:t>arry)); //explicit instantiation of prior ALU module</a:t>
            </a:r>
            <a:endParaRPr sz="900"/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initial // keyword used to mark the setup of tests</a:t>
            </a:r>
            <a:endParaRPr sz="900"/>
          </a:p>
          <a:p>
            <a:pPr indent="45720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b</a:t>
            </a:r>
            <a:r>
              <a:rPr lang="en" sz="900"/>
              <a:t>egin</a:t>
            </a:r>
            <a:endParaRPr sz="9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		</a:t>
            </a:r>
            <a:r>
              <a:rPr lang="en" sz="900"/>
              <a:t>a = 16'd9000;</a:t>
            </a:r>
            <a:endParaRPr sz="9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		b = 16'd9001;</a:t>
            </a:r>
            <a:endParaRPr sz="9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		opcode</a:t>
            </a:r>
            <a:r>
              <a:rPr lang="en" sz="900"/>
              <a:t> = 3'b000; </a:t>
            </a:r>
            <a:r>
              <a:rPr lang="en" sz="900"/>
              <a:t> // 000 test</a:t>
            </a:r>
            <a:endParaRPr sz="9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		#10 // inserts a 10-nanosecond delay between tests; critical for result readability &amp; (in sequential logic) functionality</a:t>
            </a:r>
            <a:endParaRPr sz="9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		</a:t>
            </a:r>
            <a:r>
              <a:rPr lang="en" sz="900"/>
              <a:t>o</a:t>
            </a:r>
            <a:r>
              <a:rPr lang="en" sz="900"/>
              <a:t>pcode = 3'b001; </a:t>
            </a:r>
            <a:r>
              <a:rPr lang="en" sz="900"/>
              <a:t> // 001 test</a:t>
            </a:r>
            <a:endParaRPr sz="9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		#10</a:t>
            </a:r>
            <a:endParaRPr sz="900"/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		</a:t>
            </a:r>
            <a:r>
              <a:rPr lang="en" sz="900"/>
              <a:t>o</a:t>
            </a:r>
            <a:r>
              <a:rPr lang="en" sz="900"/>
              <a:t>pcode = 3'b010; </a:t>
            </a:r>
            <a:r>
              <a:rPr lang="en" sz="900"/>
              <a:t> // 010 test</a:t>
            </a:r>
            <a:endParaRPr sz="9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		#10</a:t>
            </a:r>
            <a:endParaRPr sz="9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		</a:t>
            </a:r>
            <a:r>
              <a:rPr lang="en" sz="900"/>
              <a:t>o</a:t>
            </a:r>
            <a:r>
              <a:rPr lang="en" sz="900"/>
              <a:t>pcode = 3'b011; </a:t>
            </a:r>
            <a:r>
              <a:rPr lang="en" sz="900"/>
              <a:t> // 011 test</a:t>
            </a:r>
            <a:endParaRPr sz="9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		#10</a:t>
            </a:r>
            <a:endParaRPr sz="9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		</a:t>
            </a:r>
            <a:r>
              <a:rPr lang="en" sz="900"/>
              <a:t>o</a:t>
            </a:r>
            <a:r>
              <a:rPr lang="en" sz="900"/>
              <a:t>pcode = 3'b100; </a:t>
            </a:r>
            <a:r>
              <a:rPr lang="en" sz="900"/>
              <a:t> // 100 test</a:t>
            </a:r>
            <a:endParaRPr sz="9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		#10</a:t>
            </a:r>
            <a:endParaRPr sz="9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		</a:t>
            </a:r>
            <a:r>
              <a:rPr lang="en" sz="900"/>
              <a:t>o</a:t>
            </a:r>
            <a:r>
              <a:rPr lang="en" sz="900"/>
              <a:t>pcode = 3’b111; </a:t>
            </a:r>
            <a:r>
              <a:rPr lang="en" sz="900"/>
              <a:t> // unsupported opcode test</a:t>
            </a:r>
            <a:endParaRPr sz="9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		#10</a:t>
            </a:r>
            <a:endParaRPr sz="9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		$finish; // make sure to include this to signal end of test</a:t>
            </a:r>
            <a:endParaRPr sz="9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	end</a:t>
            </a:r>
            <a:endParaRPr sz="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endmodule</a:t>
            </a:r>
            <a:endParaRPr sz="9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44"/>
          <p:cNvSpPr txBox="1"/>
          <p:nvPr>
            <p:ph type="title"/>
          </p:nvPr>
        </p:nvSpPr>
        <p:spPr>
          <a:xfrm>
            <a:off x="637625" y="445025"/>
            <a:ext cx="77865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Testbenching - Sequential</a:t>
            </a:r>
            <a:endParaRPr sz="3000"/>
          </a:p>
        </p:txBody>
      </p:sp>
      <p:sp>
        <p:nvSpPr>
          <p:cNvPr id="333" name="Google Shape;333;p44"/>
          <p:cNvSpPr txBox="1"/>
          <p:nvPr>
            <p:ph idx="4294967295" type="subTitle"/>
          </p:nvPr>
        </p:nvSpPr>
        <p:spPr>
          <a:xfrm>
            <a:off x="637625" y="1137100"/>
            <a:ext cx="7653000" cy="335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/>
              <a:t>Moving on</a:t>
            </a:r>
            <a:r>
              <a:rPr lang="en" sz="1500"/>
              <a:t> to sequential logic, let’s use a 4-bit adjustable counter as an example:</a:t>
            </a:r>
            <a:endParaRPr sz="1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`timescale 1ns/10ps</a:t>
            </a:r>
            <a:endParaRPr sz="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module counter(clk, rstb, offset, counterOut);</a:t>
            </a:r>
            <a:endParaRPr sz="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	input logic clk, rstb;</a:t>
            </a:r>
            <a:endParaRPr sz="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	input logic offset; // allows the counter to increase by 2 instead of 1 each clock cycle</a:t>
            </a:r>
            <a:endParaRPr sz="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	output logic [3:0] counterOut;</a:t>
            </a:r>
            <a:endParaRPr sz="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	</a:t>
            </a:r>
            <a:endParaRPr sz="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	always_ff @(posedge clk or negedge rstb) begin</a:t>
            </a:r>
            <a:endParaRPr sz="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		if (!rstb)</a:t>
            </a:r>
            <a:endParaRPr sz="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			counterOut &lt;= 4’b0; // resets the counter to zero</a:t>
            </a:r>
            <a:endParaRPr sz="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		else</a:t>
            </a:r>
            <a:endParaRPr sz="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			counterOut &lt;= counterOut + offset + 4’b1; // adds 1 or 2 to the counter, wrapping around automatically due to overflow</a:t>
            </a:r>
            <a:endParaRPr sz="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	end</a:t>
            </a:r>
            <a:endParaRPr sz="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endmodule</a:t>
            </a:r>
            <a:endParaRPr sz="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45"/>
          <p:cNvSpPr txBox="1"/>
          <p:nvPr>
            <p:ph type="title"/>
          </p:nvPr>
        </p:nvSpPr>
        <p:spPr>
          <a:xfrm>
            <a:off x="637625" y="445025"/>
            <a:ext cx="77865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Testbenching - Sequential</a:t>
            </a:r>
            <a:endParaRPr sz="3000"/>
          </a:p>
        </p:txBody>
      </p:sp>
      <p:sp>
        <p:nvSpPr>
          <p:cNvPr id="339" name="Google Shape;339;p45"/>
          <p:cNvSpPr txBox="1"/>
          <p:nvPr>
            <p:ph idx="4294967295" type="subTitle"/>
          </p:nvPr>
        </p:nvSpPr>
        <p:spPr>
          <a:xfrm>
            <a:off x="637625" y="1137100"/>
            <a:ext cx="7653000" cy="335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/>
              <a:t>An example testbench for this counter would then look like this:</a:t>
            </a:r>
            <a:endParaRPr sz="1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`timescale 1ns/10ps</a:t>
            </a:r>
            <a:endParaRPr sz="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module counter_test;</a:t>
            </a:r>
            <a:endParaRPr sz="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	</a:t>
            </a:r>
            <a:r>
              <a:rPr lang="en" sz="900"/>
              <a:t>l</a:t>
            </a:r>
            <a:r>
              <a:rPr lang="en" sz="900"/>
              <a:t>ogic </a:t>
            </a:r>
            <a:r>
              <a:rPr lang="en" sz="900"/>
              <a:t>clk</a:t>
            </a:r>
            <a:r>
              <a:rPr lang="en" sz="900"/>
              <a:t>, rstb, offset;</a:t>
            </a:r>
            <a:endParaRPr sz="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	logic [3:0] counterOut;</a:t>
            </a:r>
            <a:endParaRPr sz="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c</a:t>
            </a:r>
            <a:r>
              <a:rPr lang="en" sz="900"/>
              <a:t>ounter Testbench(.clk(clk), .rstb(rstb), .offset(offset), .counterOut(counterOut));</a:t>
            </a:r>
            <a:endParaRPr sz="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	</a:t>
            </a:r>
            <a:r>
              <a:rPr lang="en" sz="900"/>
              <a:t>a</a:t>
            </a:r>
            <a:r>
              <a:rPr lang="en" sz="900"/>
              <a:t>lways begin // create the clock signal used for the tests</a:t>
            </a:r>
            <a:endParaRPr sz="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		#1 clk = ~clk; // clk switches from 1 to 0 every 1 ns</a:t>
            </a:r>
            <a:endParaRPr sz="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	</a:t>
            </a:r>
            <a:r>
              <a:rPr lang="en" sz="900"/>
              <a:t>e</a:t>
            </a:r>
            <a:r>
              <a:rPr lang="en" sz="900"/>
              <a:t>nd</a:t>
            </a:r>
            <a:endParaRPr sz="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	</a:t>
            </a:r>
            <a:r>
              <a:rPr lang="en" sz="900"/>
              <a:t>i</a:t>
            </a:r>
            <a:r>
              <a:rPr lang="en" sz="900"/>
              <a:t>nteger i; // integers can be used in testbenches to setup more complex tests, including for loops</a:t>
            </a:r>
            <a:endParaRPr sz="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	initial begin</a:t>
            </a:r>
            <a:endParaRPr sz="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		</a:t>
            </a:r>
            <a:r>
              <a:rPr lang="en" sz="900"/>
              <a:t>c</a:t>
            </a:r>
            <a:r>
              <a:rPr lang="en" sz="900"/>
              <a:t>lk = 0;</a:t>
            </a:r>
            <a:endParaRPr sz="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		</a:t>
            </a:r>
            <a:r>
              <a:rPr lang="en" sz="900"/>
              <a:t>r</a:t>
            </a:r>
            <a:r>
              <a:rPr lang="en" sz="900"/>
              <a:t>stb = 0;</a:t>
            </a:r>
            <a:endParaRPr sz="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		#2</a:t>
            </a:r>
            <a:endParaRPr sz="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		</a:t>
            </a:r>
            <a:r>
              <a:rPr lang="en" sz="900"/>
              <a:t>r</a:t>
            </a:r>
            <a:r>
              <a:rPr lang="en" sz="900"/>
              <a:t>stb = 1; // ends test of reset </a:t>
            </a:r>
            <a:r>
              <a:rPr lang="en" sz="900"/>
              <a:t>functionality after 1 clock cycle</a:t>
            </a:r>
            <a:endParaRPr sz="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		</a:t>
            </a:r>
            <a:endParaRPr sz="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		</a:t>
            </a:r>
            <a:r>
              <a:rPr lang="en" sz="900"/>
              <a:t>f</a:t>
            </a:r>
            <a:r>
              <a:rPr lang="en" sz="900"/>
              <a:t>or (i = 1; i &lt;= 20; i = i + 1) begin // runs enough tests to test overflow reset</a:t>
            </a:r>
            <a:endParaRPr sz="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			@(posedge clk); // tells the for loop to wait until </a:t>
            </a:r>
            <a:r>
              <a:rPr lang="en" sz="900"/>
              <a:t>right</a:t>
            </a:r>
            <a:r>
              <a:rPr lang="en" sz="900"/>
              <a:t> after a rising edge before sampling data, inserting a 1-cycle gap</a:t>
            </a:r>
            <a:endParaRPr sz="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			#0.1; // basic delay to satisfy timing constraints; these should be inserted &amp; adjusted in line with timing from synthesis</a:t>
            </a:r>
            <a:endParaRPr sz="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			</a:t>
            </a:r>
            <a:r>
              <a:rPr lang="en" sz="900"/>
              <a:t>i</a:t>
            </a:r>
            <a:r>
              <a:rPr lang="en" sz="900"/>
              <a:t>f (i == 3 || i == 11) // tests both +1 offset and no offset</a:t>
            </a:r>
            <a:endParaRPr sz="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				</a:t>
            </a:r>
            <a:r>
              <a:rPr lang="en" sz="900"/>
              <a:t>o</a:t>
            </a:r>
            <a:r>
              <a:rPr lang="en" sz="900"/>
              <a:t>ffset = 1;</a:t>
            </a:r>
            <a:endParaRPr sz="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			</a:t>
            </a:r>
            <a:r>
              <a:rPr lang="en" sz="900"/>
              <a:t>e</a:t>
            </a:r>
            <a:r>
              <a:rPr lang="en" sz="900"/>
              <a:t>lse</a:t>
            </a:r>
            <a:endParaRPr sz="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				</a:t>
            </a:r>
            <a:r>
              <a:rPr lang="en" sz="900"/>
              <a:t>o</a:t>
            </a:r>
            <a:r>
              <a:rPr lang="en" sz="900"/>
              <a:t>ffset = 0;</a:t>
            </a:r>
            <a:endParaRPr sz="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		</a:t>
            </a:r>
            <a:r>
              <a:rPr lang="en" sz="900"/>
              <a:t>e</a:t>
            </a:r>
            <a:r>
              <a:rPr lang="en" sz="900"/>
              <a:t>nd</a:t>
            </a:r>
            <a:endParaRPr sz="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		$finish;</a:t>
            </a:r>
            <a:endParaRPr sz="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	end</a:t>
            </a:r>
            <a:endParaRPr sz="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endmodule</a:t>
            </a:r>
            <a:endParaRPr sz="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46"/>
          <p:cNvSpPr txBox="1"/>
          <p:nvPr>
            <p:ph type="title"/>
          </p:nvPr>
        </p:nvSpPr>
        <p:spPr>
          <a:xfrm>
            <a:off x="637625" y="445025"/>
            <a:ext cx="77865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Testbenching - Onboarding Project</a:t>
            </a:r>
            <a:endParaRPr sz="3000"/>
          </a:p>
        </p:txBody>
      </p:sp>
      <p:sp>
        <p:nvSpPr>
          <p:cNvPr id="345" name="Google Shape;345;p46"/>
          <p:cNvSpPr txBox="1"/>
          <p:nvPr>
            <p:ph idx="4294967295" type="subTitle"/>
          </p:nvPr>
        </p:nvSpPr>
        <p:spPr>
          <a:xfrm>
            <a:off x="637625" y="1137100"/>
            <a:ext cx="7653000" cy="335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/>
              <a:t>With these concepts in mind, now it’s your turn: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-"/>
            </a:pPr>
            <a:r>
              <a:rPr lang="en" sz="1500"/>
              <a:t>Write a testbench for the SV code you wrote in the Digital onboarding section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-"/>
            </a:pPr>
            <a:r>
              <a:rPr lang="en" sz="1500"/>
              <a:t>After writing, test it using </a:t>
            </a:r>
            <a:r>
              <a:rPr lang="en" sz="1500" u="sng">
                <a:solidFill>
                  <a:schemeClr val="hlink"/>
                </a:solidFill>
                <a:hlinkClick r:id="rId3"/>
              </a:rPr>
              <a:t>EDA Playground</a:t>
            </a:r>
            <a:r>
              <a:rPr lang="en" sz="1500"/>
              <a:t>: a free, browser-based SV executor</a:t>
            </a:r>
            <a:endParaRPr sz="1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/>
              <a:t>Things to keep in mind: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-"/>
            </a:pPr>
            <a:r>
              <a:rPr lang="en" sz="1500"/>
              <a:t>Try to think of edge cases—are there any points where jumping from one value to another may cause issues?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-"/>
            </a:pPr>
            <a:r>
              <a:rPr lang="en" sz="1500"/>
              <a:t>Watch for test overlap—try to test features separately to help isolate problems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-"/>
            </a:pPr>
            <a:r>
              <a:rPr lang="en" sz="1500"/>
              <a:t>Make sure your clock is timed properly and reset signals are tested at least once</a:t>
            </a:r>
            <a:endParaRPr sz="1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47"/>
          <p:cNvSpPr txBox="1"/>
          <p:nvPr>
            <p:ph type="title"/>
          </p:nvPr>
        </p:nvSpPr>
        <p:spPr>
          <a:xfrm>
            <a:off x="637625" y="445025"/>
            <a:ext cx="77865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Addendum </a:t>
            </a:r>
            <a:r>
              <a:rPr lang="en" sz="3000"/>
              <a:t>- Cadence Xcelium</a:t>
            </a:r>
            <a:endParaRPr sz="3000"/>
          </a:p>
        </p:txBody>
      </p:sp>
      <p:sp>
        <p:nvSpPr>
          <p:cNvPr id="351" name="Google Shape;351;p47"/>
          <p:cNvSpPr txBox="1"/>
          <p:nvPr>
            <p:ph idx="4294967295" type="subTitle"/>
          </p:nvPr>
        </p:nvSpPr>
        <p:spPr>
          <a:xfrm>
            <a:off x="637625" y="1137100"/>
            <a:ext cx="7653000" cy="335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/>
              <a:t>One of the most useful tools for </a:t>
            </a:r>
            <a:r>
              <a:rPr lang="en" sz="1500"/>
              <a:t>verification is Cadence Xcelium: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-"/>
            </a:pPr>
            <a:r>
              <a:rPr lang="en" sz="1500"/>
              <a:t>Commonly used in industry to generate testbench waveforms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-"/>
            </a:pPr>
            <a:r>
              <a:rPr lang="en" sz="1500"/>
              <a:t>Used to confirm validity of both RTL logic and the gatelist generated from it</a:t>
            </a:r>
            <a:endParaRPr sz="1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/>
              <a:t>As it is only available on Linux systems, usage may take getting used to. However, as a brief overview: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-"/>
            </a:pPr>
            <a:r>
              <a:rPr lang="en" sz="1500"/>
              <a:t>Running Xcelium requires sourcing the Cadence environment (machine–specific) &amp; using the following command: $xrun -64bit -gui -access r path/to/design/FILENAME.v path/to/testbench/FILENAME.v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-"/>
            </a:pPr>
            <a:r>
              <a:rPr lang="en" sz="1500"/>
              <a:t>Once it opens, look for the name of the testbench, then right-click and select Send to Waveform Window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-"/>
            </a:pPr>
            <a:r>
              <a:rPr lang="en" sz="1500"/>
              <a:t>From here, click the Simulation option at the top and click Run (the simulation may need to be reset to time 0 before running)</a:t>
            </a:r>
            <a:endParaRPr sz="1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/>
              <a:t>Note: it is generally easier to move to the folder that has the design and/or the testbench inside it, as this allows you to omit the exact filepath &amp; use just FILENAME.v</a:t>
            </a:r>
            <a:endParaRPr sz="1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p48"/>
          <p:cNvSpPr txBox="1"/>
          <p:nvPr/>
        </p:nvSpPr>
        <p:spPr>
          <a:xfrm>
            <a:off x="998150" y="2087950"/>
            <a:ext cx="58665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8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The End</a:t>
            </a:r>
            <a:endParaRPr b="1" sz="48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Emerging Therapies in Nephrotic Syndrome by Slidesgo">
  <a:themeElements>
    <a:clrScheme name="Simple Light">
      <a:dk1>
        <a:srgbClr val="1D1D1C"/>
      </a:dk1>
      <a:lt1>
        <a:srgbClr val="FFFFFF"/>
      </a:lt1>
      <a:dk2>
        <a:srgbClr val="4A4A48"/>
      </a:dk2>
      <a:lt2>
        <a:srgbClr val="73736F"/>
      </a:lt2>
      <a:accent1>
        <a:srgbClr val="C4C4BE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1D1D1C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