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Nunito"/>
      <p:regular r:id="rId15"/>
      <p:bold r:id="rId16"/>
      <p:italic r:id="rId17"/>
      <p:boldItalic r:id="rId18"/>
    </p:embeddedFont>
    <p:embeddedFont>
      <p:font typeface="Bebas Neue"/>
      <p:regular r:id="rId19"/>
    </p:embeddedFont>
    <p:embeddedFont>
      <p:font typeface="PT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regular.fntdata"/><Relationship Id="rId22" Type="http://schemas.openxmlformats.org/officeDocument/2006/relationships/font" Target="fonts/PTSans-italic.fntdata"/><Relationship Id="rId21" Type="http://schemas.openxmlformats.org/officeDocument/2006/relationships/font" Target="fonts/PTSans-bold.fntdata"/><Relationship Id="rId23" Type="http://schemas.openxmlformats.org/officeDocument/2006/relationships/font" Target="fonts/PT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Raleway-regular.fntdata"/><Relationship Id="rId10" Type="http://schemas.openxmlformats.org/officeDocument/2006/relationships/slide" Target="slides/slide6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5" Type="http://schemas.openxmlformats.org/officeDocument/2006/relationships/font" Target="fonts/Nuni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19" Type="http://schemas.openxmlformats.org/officeDocument/2006/relationships/font" Target="fonts/BebasNeue-regular.fntdata"/><Relationship Id="rId18" Type="http://schemas.openxmlformats.org/officeDocument/2006/relationships/font" Target="fonts/Nuni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1c871a5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1c871a5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49c2d534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f49c2d534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1c871a5f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1c871a5f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39b6e44ff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39b6e44ff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850795" y="-2790360"/>
            <a:ext cx="12435573" cy="10677062"/>
            <a:chOff x="-1850795" y="-2790360"/>
            <a:chExt cx="12435573" cy="10677062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850795" y="27432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92952" y="23050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-1469274" y="-2790360"/>
            <a:ext cx="13197573" cy="10524662"/>
            <a:chOff x="-1469274" y="-2790360"/>
            <a:chExt cx="13197573" cy="10524662"/>
          </a:xfrm>
        </p:grpSpPr>
        <p:pic>
          <p:nvPicPr>
            <p:cNvPr id="17" name="Google Shape;17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-1469274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378756" y="25908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707795" y="22288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3"/>
          <p:cNvSpPr txBox="1"/>
          <p:nvPr>
            <p:ph type="title"/>
          </p:nvPr>
        </p:nvSpPr>
        <p:spPr>
          <a:xfrm>
            <a:off x="2038200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hasCustomPrompt="1" idx="2" type="title"/>
          </p:nvPr>
        </p:nvSpPr>
        <p:spPr>
          <a:xfrm>
            <a:off x="3941100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"/>
          <p:cNvGrpSpPr/>
          <p:nvPr/>
        </p:nvGrpSpPr>
        <p:grpSpPr>
          <a:xfrm>
            <a:off x="-1480548" y="-2872300"/>
            <a:ext cx="14875201" cy="10883236"/>
            <a:chOff x="-1480548" y="-2872300"/>
            <a:chExt cx="14875201" cy="10883236"/>
          </a:xfrm>
        </p:grpSpPr>
        <p:pic>
          <p:nvPicPr>
            <p:cNvPr id="24" name="Google Shape;24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506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5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30" name="Google Shape;30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4864746" y="2329549"/>
            <a:ext cx="2505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1773654" y="2329549"/>
            <a:ext cx="2505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9pPr>
          </a:lstStyle>
          <a:p/>
        </p:txBody>
      </p:sp>
      <p:sp>
        <p:nvSpPr>
          <p:cNvPr id="35" name="Google Shape;35;p5"/>
          <p:cNvSpPr txBox="1"/>
          <p:nvPr>
            <p:ph idx="3" type="subTitle"/>
          </p:nvPr>
        </p:nvSpPr>
        <p:spPr>
          <a:xfrm>
            <a:off x="4864746" y="1913150"/>
            <a:ext cx="25056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4" type="subTitle"/>
          </p:nvPr>
        </p:nvSpPr>
        <p:spPr>
          <a:xfrm>
            <a:off x="1773654" y="1913150"/>
            <a:ext cx="25056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6"/>
          <p:cNvGrpSpPr/>
          <p:nvPr/>
        </p:nvGrpSpPr>
        <p:grpSpPr>
          <a:xfrm>
            <a:off x="-1480548" y="-2872300"/>
            <a:ext cx="14875201" cy="10883236"/>
            <a:chOff x="-1480548" y="-2872300"/>
            <a:chExt cx="14875201" cy="10883236"/>
          </a:xfrm>
        </p:grpSpPr>
        <p:pic>
          <p:nvPicPr>
            <p:cNvPr id="39" name="Google Shape;3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506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Google Shape;4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7"/>
          <p:cNvGrpSpPr/>
          <p:nvPr/>
        </p:nvGrpSpPr>
        <p:grpSpPr>
          <a:xfrm>
            <a:off x="-2213779" y="-3870539"/>
            <a:ext cx="14851862" cy="11516984"/>
            <a:chOff x="-2213779" y="-3870539"/>
            <a:chExt cx="14851862" cy="11516984"/>
          </a:xfrm>
        </p:grpSpPr>
        <p:pic>
          <p:nvPicPr>
            <p:cNvPr id="44" name="Google Shape;44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384137">
              <a:off x="7113312" y="1694653"/>
              <a:ext cx="4387546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713368">
              <a:off x="-4524379" y="-1001760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" name="Google Shape;46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032800" y="1897775"/>
            <a:ext cx="5078400" cy="18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8"/>
          <p:cNvGrpSpPr/>
          <p:nvPr/>
        </p:nvGrpSpPr>
        <p:grpSpPr>
          <a:xfrm>
            <a:off x="-631595" y="-2866560"/>
            <a:ext cx="11674094" cy="10753262"/>
            <a:chOff x="-631595" y="-2866560"/>
            <a:chExt cx="11674094" cy="10753262"/>
          </a:xfrm>
        </p:grpSpPr>
        <p:pic>
          <p:nvPicPr>
            <p:cNvPr id="50" name="Google Shape;5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304799" y="418088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4692956" y="-286656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-631595" y="-24284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8"/>
          <p:cNvSpPr txBox="1"/>
          <p:nvPr>
            <p:ph type="title"/>
          </p:nvPr>
        </p:nvSpPr>
        <p:spPr>
          <a:xfrm>
            <a:off x="1768500" y="1555800"/>
            <a:ext cx="56070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-1850795" y="-2714160"/>
            <a:ext cx="12131294" cy="10600862"/>
            <a:chOff x="-1850795" y="-2714160"/>
            <a:chExt cx="12131294" cy="10600862"/>
          </a:xfrm>
        </p:grpSpPr>
        <p:pic>
          <p:nvPicPr>
            <p:cNvPr id="56" name="Google Shape;56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754975" y="418088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1850795" y="-271416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0800000">
              <a:off x="5892952" y="-22760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9"/>
          <p:cNvSpPr txBox="1"/>
          <p:nvPr>
            <p:ph type="title"/>
          </p:nvPr>
        </p:nvSpPr>
        <p:spPr>
          <a:xfrm>
            <a:off x="2135550" y="1717200"/>
            <a:ext cx="48729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2135550" y="2749200"/>
            <a:ext cx="48729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3957500"/>
            <a:ext cx="7704000" cy="646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1"/>
          <p:cNvGrpSpPr/>
          <p:nvPr/>
        </p:nvGrpSpPr>
        <p:grpSpPr>
          <a:xfrm>
            <a:off x="-2536595" y="-2790360"/>
            <a:ext cx="13045694" cy="10677062"/>
            <a:chOff x="-2536595" y="-2790360"/>
            <a:chExt cx="13045694" cy="10677062"/>
          </a:xfrm>
        </p:grpSpPr>
        <p:pic>
          <p:nvPicPr>
            <p:cNvPr id="66" name="Google Shape;66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549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2536595" y="27432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21552" y="23050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284000" y="1840200"/>
            <a:ext cx="65760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284000" y="2872200"/>
            <a:ext cx="65760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3"/>
          <p:cNvGrpSpPr/>
          <p:nvPr/>
        </p:nvGrpSpPr>
        <p:grpSpPr>
          <a:xfrm>
            <a:off x="-6941225" y="-3393700"/>
            <a:ext cx="20649172" cy="10795036"/>
            <a:chOff x="-6941225" y="-3393700"/>
            <a:chExt cx="20649172" cy="10795036"/>
          </a:xfrm>
        </p:grpSpPr>
        <p:pic>
          <p:nvPicPr>
            <p:cNvPr id="74" name="Google Shape;7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58405" y="-3393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6941225" y="36955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2" type="title"/>
          </p:nvPr>
        </p:nvSpPr>
        <p:spPr>
          <a:xfrm>
            <a:off x="1505376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hasCustomPrompt="1" idx="3" type="title"/>
          </p:nvPr>
        </p:nvSpPr>
        <p:spPr>
          <a:xfrm>
            <a:off x="1505376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hasCustomPrompt="1" idx="4" type="title"/>
          </p:nvPr>
        </p:nvSpPr>
        <p:spPr>
          <a:xfrm>
            <a:off x="4204647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hasCustomPrompt="1" idx="5" type="title"/>
          </p:nvPr>
        </p:nvSpPr>
        <p:spPr>
          <a:xfrm>
            <a:off x="4204647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6" type="title"/>
          </p:nvPr>
        </p:nvSpPr>
        <p:spPr>
          <a:xfrm>
            <a:off x="6903924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7" type="title"/>
          </p:nvPr>
        </p:nvSpPr>
        <p:spPr>
          <a:xfrm>
            <a:off x="6903924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719976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8" type="subTitle"/>
          </p:nvPr>
        </p:nvSpPr>
        <p:spPr>
          <a:xfrm>
            <a:off x="3419247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9" type="subTitle"/>
          </p:nvPr>
        </p:nvSpPr>
        <p:spPr>
          <a:xfrm>
            <a:off x="6118524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3" type="subTitle"/>
          </p:nvPr>
        </p:nvSpPr>
        <p:spPr>
          <a:xfrm>
            <a:off x="719976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4" type="subTitle"/>
          </p:nvPr>
        </p:nvSpPr>
        <p:spPr>
          <a:xfrm>
            <a:off x="3419247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5" type="subTitle"/>
          </p:nvPr>
        </p:nvSpPr>
        <p:spPr>
          <a:xfrm>
            <a:off x="6118524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4"/>
          <p:cNvGrpSpPr/>
          <p:nvPr/>
        </p:nvGrpSpPr>
        <p:grpSpPr>
          <a:xfrm>
            <a:off x="-3610824" y="-3076700"/>
            <a:ext cx="13964498" cy="11110286"/>
            <a:chOff x="-3610824" y="-3076700"/>
            <a:chExt cx="13964498" cy="11110286"/>
          </a:xfrm>
        </p:grpSpPr>
        <p:pic>
          <p:nvPicPr>
            <p:cNvPr id="91" name="Google Shape;91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610824" y="43277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4004131" y="-3076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54830" y="26228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4"/>
          <p:cNvSpPr txBox="1"/>
          <p:nvPr>
            <p:ph type="title"/>
          </p:nvPr>
        </p:nvSpPr>
        <p:spPr>
          <a:xfrm>
            <a:off x="713225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5" name="Google Shape;95;p14"/>
          <p:cNvSpPr txBox="1"/>
          <p:nvPr>
            <p:ph hasCustomPrompt="1" idx="2" type="title"/>
          </p:nvPr>
        </p:nvSpPr>
        <p:spPr>
          <a:xfrm>
            <a:off x="713225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5"/>
          <p:cNvGrpSpPr/>
          <p:nvPr/>
        </p:nvGrpSpPr>
        <p:grpSpPr>
          <a:xfrm flipH="1">
            <a:off x="-1324824" y="-3076700"/>
            <a:ext cx="13888298" cy="11110286"/>
            <a:chOff x="-3610824" y="-3076700"/>
            <a:chExt cx="13888298" cy="11110286"/>
          </a:xfrm>
        </p:grpSpPr>
        <p:pic>
          <p:nvPicPr>
            <p:cNvPr id="98" name="Google Shape;98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610824" y="43277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3927931" y="-3076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78630" y="23180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5"/>
          <p:cNvSpPr txBox="1"/>
          <p:nvPr>
            <p:ph type="title"/>
          </p:nvPr>
        </p:nvSpPr>
        <p:spPr>
          <a:xfrm>
            <a:off x="3363175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" name="Google Shape;102;p15"/>
          <p:cNvSpPr txBox="1"/>
          <p:nvPr>
            <p:ph hasCustomPrompt="1" idx="2" type="title"/>
          </p:nvPr>
        </p:nvSpPr>
        <p:spPr>
          <a:xfrm>
            <a:off x="7168975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-2260370" y="-3171360"/>
            <a:ext cx="14292948" cy="11899686"/>
            <a:chOff x="-2260370" y="-3171360"/>
            <a:chExt cx="14292948" cy="11899686"/>
          </a:xfrm>
        </p:grpSpPr>
        <p:pic>
          <p:nvPicPr>
            <p:cNvPr id="105" name="Google Shape;105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-2260370" y="-279035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9027" y="3584825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88575" y="-3171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16"/>
          <p:cNvSpPr txBox="1"/>
          <p:nvPr>
            <p:ph type="title"/>
          </p:nvPr>
        </p:nvSpPr>
        <p:spPr>
          <a:xfrm>
            <a:off x="1882800" y="2995350"/>
            <a:ext cx="5378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1145850" y="1501650"/>
            <a:ext cx="6852300" cy="15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7"/>
          <p:cNvGrpSpPr/>
          <p:nvPr/>
        </p:nvGrpSpPr>
        <p:grpSpPr>
          <a:xfrm>
            <a:off x="-6941225" y="-3393700"/>
            <a:ext cx="20649172" cy="10947436"/>
            <a:chOff x="-6941225" y="-3393700"/>
            <a:chExt cx="20649172" cy="10947436"/>
          </a:xfrm>
        </p:grpSpPr>
        <p:pic>
          <p:nvPicPr>
            <p:cNvPr id="112" name="Google Shape;112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58405" y="-3393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6941225" y="38479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8"/>
          <p:cNvGrpSpPr/>
          <p:nvPr/>
        </p:nvGrpSpPr>
        <p:grpSpPr>
          <a:xfrm>
            <a:off x="-3694018" y="-5071080"/>
            <a:ext cx="14621927" cy="12895533"/>
            <a:chOff x="-3694018" y="-5071080"/>
            <a:chExt cx="14621927" cy="12895533"/>
          </a:xfrm>
        </p:grpSpPr>
        <p:pic>
          <p:nvPicPr>
            <p:cNvPr id="117" name="Google Shape;117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376372">
              <a:off x="6272500" y="2456652"/>
              <a:ext cx="4387545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8262288">
              <a:off x="-3637250" y="-247668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9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122" name="Google Shape;122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8986821">
            <a:off x="-4910578" y="3999905"/>
            <a:ext cx="9144003" cy="370582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>
            <p:ph type="title"/>
          </p:nvPr>
        </p:nvSpPr>
        <p:spPr>
          <a:xfrm>
            <a:off x="720000" y="1455450"/>
            <a:ext cx="38247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" type="subTitle"/>
          </p:nvPr>
        </p:nvSpPr>
        <p:spPr>
          <a:xfrm>
            <a:off x="720000" y="2949150"/>
            <a:ext cx="3824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9" name="Google Shape;129;p20"/>
          <p:cNvSpPr/>
          <p:nvPr>
            <p:ph idx="2" type="pic"/>
          </p:nvPr>
        </p:nvSpPr>
        <p:spPr>
          <a:xfrm>
            <a:off x="5257800" y="0"/>
            <a:ext cx="3886200" cy="51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1"/>
          <p:cNvGrpSpPr/>
          <p:nvPr/>
        </p:nvGrpSpPr>
        <p:grpSpPr>
          <a:xfrm>
            <a:off x="-5950625" y="-3546100"/>
            <a:ext cx="19201372" cy="10947436"/>
            <a:chOff x="-5950625" y="-3546100"/>
            <a:chExt cx="19201372" cy="10947436"/>
          </a:xfrm>
        </p:grpSpPr>
        <p:pic>
          <p:nvPicPr>
            <p:cNvPr id="132" name="Google Shape;132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901205" y="-35461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5950625" y="36955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1"/>
          <p:cNvSpPr txBox="1"/>
          <p:nvPr>
            <p:ph type="title"/>
          </p:nvPr>
        </p:nvSpPr>
        <p:spPr>
          <a:xfrm>
            <a:off x="713225" y="1686300"/>
            <a:ext cx="33120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713225" y="2718300"/>
            <a:ext cx="3312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2"/>
          <p:cNvGrpSpPr/>
          <p:nvPr/>
        </p:nvGrpSpPr>
        <p:grpSpPr>
          <a:xfrm>
            <a:off x="-3447082" y="-4551434"/>
            <a:ext cx="14122109" cy="12508820"/>
            <a:chOff x="-3447082" y="-4551434"/>
            <a:chExt cx="14122109" cy="12508820"/>
          </a:xfrm>
        </p:grpSpPr>
        <p:pic>
          <p:nvPicPr>
            <p:cNvPr id="138" name="Google Shape;138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2700000">
              <a:off x="-2271122" y="-3753450"/>
              <a:ext cx="4387544" cy="5143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1531025" y="42515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22"/>
          <p:cNvSpPr txBox="1"/>
          <p:nvPr>
            <p:ph type="title"/>
          </p:nvPr>
        </p:nvSpPr>
        <p:spPr>
          <a:xfrm>
            <a:off x="4412839" y="1919450"/>
            <a:ext cx="3593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4413010" y="2485150"/>
            <a:ext cx="3593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3"/>
          <p:cNvGrpSpPr/>
          <p:nvPr/>
        </p:nvGrpSpPr>
        <p:grpSpPr>
          <a:xfrm>
            <a:off x="-4816000" y="-3066585"/>
            <a:ext cx="17191922" cy="11191412"/>
            <a:chOff x="-4816000" y="-3066585"/>
            <a:chExt cx="17191922" cy="11191412"/>
          </a:xfrm>
        </p:grpSpPr>
        <p:pic>
          <p:nvPicPr>
            <p:cNvPr id="144" name="Google Shape;14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6026380" y="2981325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762000" y="-306658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4816000" y="42515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3"/>
          <p:cNvSpPr txBox="1"/>
          <p:nvPr>
            <p:ph type="title"/>
          </p:nvPr>
        </p:nvSpPr>
        <p:spPr>
          <a:xfrm>
            <a:off x="1319058" y="2009550"/>
            <a:ext cx="4012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" type="subTitle"/>
          </p:nvPr>
        </p:nvSpPr>
        <p:spPr>
          <a:xfrm>
            <a:off x="1319058" y="2579850"/>
            <a:ext cx="40122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2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721389" y="448056"/>
            <a:ext cx="7708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714113" y="1248250"/>
            <a:ext cx="7708800" cy="9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25"/>
          <p:cNvGrpSpPr/>
          <p:nvPr/>
        </p:nvGrpSpPr>
        <p:grpSpPr>
          <a:xfrm>
            <a:off x="-3370882" y="-4551434"/>
            <a:ext cx="16760534" cy="12565970"/>
            <a:chOff x="-3370882" y="-4551434"/>
            <a:chExt cx="16760534" cy="12565970"/>
          </a:xfrm>
        </p:grpSpPr>
        <p:pic>
          <p:nvPicPr>
            <p:cNvPr id="154" name="Google Shape;1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2700000">
              <a:off x="-2194922" y="-3753450"/>
              <a:ext cx="4387544" cy="5143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45650" y="43087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" type="subTitle"/>
          </p:nvPr>
        </p:nvSpPr>
        <p:spPr>
          <a:xfrm>
            <a:off x="4898325" y="2188025"/>
            <a:ext cx="24609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2" type="subTitle"/>
          </p:nvPr>
        </p:nvSpPr>
        <p:spPr>
          <a:xfrm>
            <a:off x="1784750" y="2188025"/>
            <a:ext cx="24609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25"/>
          <p:cNvSpPr txBox="1"/>
          <p:nvPr>
            <p:ph idx="3" type="subTitle"/>
          </p:nvPr>
        </p:nvSpPr>
        <p:spPr>
          <a:xfrm>
            <a:off x="1784751" y="1771625"/>
            <a:ext cx="2460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4" type="subTitle"/>
          </p:nvPr>
        </p:nvSpPr>
        <p:spPr>
          <a:xfrm>
            <a:off x="4898350" y="1771625"/>
            <a:ext cx="2460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6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163" name="Google Shape;163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1" type="subTitle"/>
          </p:nvPr>
        </p:nvSpPr>
        <p:spPr>
          <a:xfrm>
            <a:off x="4764002" y="1794875"/>
            <a:ext cx="30954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subTitle"/>
          </p:nvPr>
        </p:nvSpPr>
        <p:spPr>
          <a:xfrm>
            <a:off x="1284598" y="1794875"/>
            <a:ext cx="30954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7"/>
          <p:cNvGrpSpPr/>
          <p:nvPr/>
        </p:nvGrpSpPr>
        <p:grpSpPr>
          <a:xfrm>
            <a:off x="-2013950" y="-2872300"/>
            <a:ext cx="9144003" cy="10883236"/>
            <a:chOff x="-2013950" y="-2872300"/>
            <a:chExt cx="9144003" cy="10883236"/>
          </a:xfrm>
        </p:grpSpPr>
        <p:pic>
          <p:nvPicPr>
            <p:cNvPr id="170" name="Google Shape;17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20139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715100" y="1558275"/>
            <a:ext cx="35589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2" type="body"/>
          </p:nvPr>
        </p:nvSpPr>
        <p:spPr>
          <a:xfrm>
            <a:off x="4871800" y="1554479"/>
            <a:ext cx="35571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28"/>
          <p:cNvGrpSpPr/>
          <p:nvPr/>
        </p:nvGrpSpPr>
        <p:grpSpPr>
          <a:xfrm>
            <a:off x="-5486707" y="-2618585"/>
            <a:ext cx="16111256" cy="10964488"/>
            <a:chOff x="-5486707" y="-2618585"/>
            <a:chExt cx="16111256" cy="10964488"/>
          </a:xfrm>
        </p:grpSpPr>
        <p:pic>
          <p:nvPicPr>
            <p:cNvPr id="177" name="Google Shape;177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9497111">
              <a:off x="-5125598" y="3079989"/>
              <a:ext cx="9144001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237002" y="-2618585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1" type="subTitle"/>
          </p:nvPr>
        </p:nvSpPr>
        <p:spPr>
          <a:xfrm>
            <a:off x="713197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2" type="subTitle"/>
          </p:nvPr>
        </p:nvSpPr>
        <p:spPr>
          <a:xfrm>
            <a:off x="3417146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3" type="subTitle"/>
          </p:nvPr>
        </p:nvSpPr>
        <p:spPr>
          <a:xfrm>
            <a:off x="6121103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4" type="subTitle"/>
          </p:nvPr>
        </p:nvSpPr>
        <p:spPr>
          <a:xfrm>
            <a:off x="713197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5" type="subTitle"/>
          </p:nvPr>
        </p:nvSpPr>
        <p:spPr>
          <a:xfrm>
            <a:off x="3417150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6" type="subTitle"/>
          </p:nvPr>
        </p:nvSpPr>
        <p:spPr>
          <a:xfrm>
            <a:off x="6121103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9"/>
          <p:cNvGrpSpPr/>
          <p:nvPr/>
        </p:nvGrpSpPr>
        <p:grpSpPr>
          <a:xfrm>
            <a:off x="-1408557" y="-2971010"/>
            <a:ext cx="15719281" cy="12321938"/>
            <a:chOff x="-1408557" y="-2971010"/>
            <a:chExt cx="15719281" cy="12321938"/>
          </a:xfrm>
        </p:grpSpPr>
        <p:pic>
          <p:nvPicPr>
            <p:cNvPr id="188" name="Google Shape;18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9497111">
              <a:off x="4805613" y="4085014"/>
              <a:ext cx="9144001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408557" y="-29710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1" name="Google Shape;191;p29"/>
          <p:cNvSpPr txBox="1"/>
          <p:nvPr>
            <p:ph idx="1" type="subTitle"/>
          </p:nvPr>
        </p:nvSpPr>
        <p:spPr>
          <a:xfrm>
            <a:off x="713197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3417148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3" type="subTitle"/>
          </p:nvPr>
        </p:nvSpPr>
        <p:spPr>
          <a:xfrm>
            <a:off x="6121103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4" type="subTitle"/>
          </p:nvPr>
        </p:nvSpPr>
        <p:spPr>
          <a:xfrm>
            <a:off x="713197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5" type="subTitle"/>
          </p:nvPr>
        </p:nvSpPr>
        <p:spPr>
          <a:xfrm>
            <a:off x="3417148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6" name="Google Shape;196;p29"/>
          <p:cNvSpPr txBox="1"/>
          <p:nvPr>
            <p:ph idx="6" type="subTitle"/>
          </p:nvPr>
        </p:nvSpPr>
        <p:spPr>
          <a:xfrm>
            <a:off x="6121103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30"/>
          <p:cNvGrpSpPr/>
          <p:nvPr/>
        </p:nvGrpSpPr>
        <p:grpSpPr>
          <a:xfrm>
            <a:off x="-3664625" y="-3171360"/>
            <a:ext cx="15888147" cy="11219987"/>
            <a:chOff x="-3664625" y="-3171360"/>
            <a:chExt cx="15888147" cy="11219987"/>
          </a:xfrm>
        </p:grpSpPr>
        <p:pic>
          <p:nvPicPr>
            <p:cNvPr id="199" name="Google Shape;199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5873980" y="2905125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3664625" y="-3171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30"/>
          <p:cNvSpPr txBox="1"/>
          <p:nvPr>
            <p:ph idx="1" type="subTitle"/>
          </p:nvPr>
        </p:nvSpPr>
        <p:spPr>
          <a:xfrm>
            <a:off x="1519924" y="176780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30"/>
          <p:cNvSpPr txBox="1"/>
          <p:nvPr>
            <p:ph idx="2" type="subTitle"/>
          </p:nvPr>
        </p:nvSpPr>
        <p:spPr>
          <a:xfrm>
            <a:off x="4813076" y="176780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30"/>
          <p:cNvSpPr txBox="1"/>
          <p:nvPr>
            <p:ph idx="3" type="subTitle"/>
          </p:nvPr>
        </p:nvSpPr>
        <p:spPr>
          <a:xfrm>
            <a:off x="1519924" y="327605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5" name="Google Shape;205;p30"/>
          <p:cNvSpPr txBox="1"/>
          <p:nvPr>
            <p:ph idx="4" type="subTitle"/>
          </p:nvPr>
        </p:nvSpPr>
        <p:spPr>
          <a:xfrm>
            <a:off x="4813076" y="327605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30"/>
          <p:cNvSpPr txBox="1"/>
          <p:nvPr>
            <p:ph idx="5" type="subTitle"/>
          </p:nvPr>
        </p:nvSpPr>
        <p:spPr>
          <a:xfrm>
            <a:off x="1519924" y="135140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6" type="subTitle"/>
          </p:nvPr>
        </p:nvSpPr>
        <p:spPr>
          <a:xfrm>
            <a:off x="1519924" y="285965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8" name="Google Shape;208;p30"/>
          <p:cNvSpPr txBox="1"/>
          <p:nvPr>
            <p:ph idx="7" type="subTitle"/>
          </p:nvPr>
        </p:nvSpPr>
        <p:spPr>
          <a:xfrm>
            <a:off x="4813049" y="135140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9" name="Google Shape;209;p30"/>
          <p:cNvSpPr txBox="1"/>
          <p:nvPr>
            <p:ph idx="8" type="subTitle"/>
          </p:nvPr>
        </p:nvSpPr>
        <p:spPr>
          <a:xfrm>
            <a:off x="4813049" y="285965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31"/>
          <p:cNvGrpSpPr/>
          <p:nvPr/>
        </p:nvGrpSpPr>
        <p:grpSpPr>
          <a:xfrm flipH="1">
            <a:off x="-3336773" y="-4209191"/>
            <a:ext cx="14286840" cy="11676792"/>
            <a:chOff x="-1736573" y="-4209191"/>
            <a:chExt cx="14286840" cy="11676792"/>
          </a:xfrm>
        </p:grpSpPr>
        <p:pic>
          <p:nvPicPr>
            <p:cNvPr id="212" name="Google Shape;212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720034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idx="2" type="subTitle"/>
          </p:nvPr>
        </p:nvSpPr>
        <p:spPr>
          <a:xfrm>
            <a:off x="3359400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3" type="subTitle"/>
          </p:nvPr>
        </p:nvSpPr>
        <p:spPr>
          <a:xfrm>
            <a:off x="2039717" y="3306550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4" type="subTitle"/>
          </p:nvPr>
        </p:nvSpPr>
        <p:spPr>
          <a:xfrm>
            <a:off x="4679083" y="3306550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31"/>
          <p:cNvSpPr txBox="1"/>
          <p:nvPr>
            <p:ph idx="5" type="subTitle"/>
          </p:nvPr>
        </p:nvSpPr>
        <p:spPr>
          <a:xfrm>
            <a:off x="5998766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31"/>
          <p:cNvSpPr txBox="1"/>
          <p:nvPr>
            <p:ph idx="6" type="subTitle"/>
          </p:nvPr>
        </p:nvSpPr>
        <p:spPr>
          <a:xfrm>
            <a:off x="720034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1" name="Google Shape;221;p31"/>
          <p:cNvSpPr txBox="1"/>
          <p:nvPr>
            <p:ph idx="7" type="subTitle"/>
          </p:nvPr>
        </p:nvSpPr>
        <p:spPr>
          <a:xfrm>
            <a:off x="3359400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2" name="Google Shape;222;p31"/>
          <p:cNvSpPr txBox="1"/>
          <p:nvPr>
            <p:ph idx="8" type="subTitle"/>
          </p:nvPr>
        </p:nvSpPr>
        <p:spPr>
          <a:xfrm>
            <a:off x="5998766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3" name="Google Shape;223;p31"/>
          <p:cNvSpPr txBox="1"/>
          <p:nvPr>
            <p:ph idx="9" type="subTitle"/>
          </p:nvPr>
        </p:nvSpPr>
        <p:spPr>
          <a:xfrm>
            <a:off x="2039717" y="2890152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4" name="Google Shape;224;p31"/>
          <p:cNvSpPr txBox="1"/>
          <p:nvPr>
            <p:ph idx="13" type="subTitle"/>
          </p:nvPr>
        </p:nvSpPr>
        <p:spPr>
          <a:xfrm>
            <a:off x="4679083" y="2890152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32"/>
          <p:cNvGrpSpPr/>
          <p:nvPr/>
        </p:nvGrpSpPr>
        <p:grpSpPr>
          <a:xfrm>
            <a:off x="-1736573" y="-4209191"/>
            <a:ext cx="14286840" cy="11676792"/>
            <a:chOff x="-1736573" y="-4209191"/>
            <a:chExt cx="14286840" cy="11676792"/>
          </a:xfrm>
        </p:grpSpPr>
        <p:pic>
          <p:nvPicPr>
            <p:cNvPr id="227" name="Google Shape;227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9" name="Google Shape;229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32"/>
          <p:cNvSpPr txBox="1"/>
          <p:nvPr>
            <p:ph idx="1" type="subTitle"/>
          </p:nvPr>
        </p:nvSpPr>
        <p:spPr>
          <a:xfrm>
            <a:off x="720034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1" name="Google Shape;231;p32"/>
          <p:cNvSpPr txBox="1"/>
          <p:nvPr>
            <p:ph idx="2" type="subTitle"/>
          </p:nvPr>
        </p:nvSpPr>
        <p:spPr>
          <a:xfrm>
            <a:off x="3359402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2" name="Google Shape;232;p32"/>
          <p:cNvSpPr txBox="1"/>
          <p:nvPr>
            <p:ph idx="3" type="subTitle"/>
          </p:nvPr>
        </p:nvSpPr>
        <p:spPr>
          <a:xfrm>
            <a:off x="720034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" name="Google Shape;233;p32"/>
          <p:cNvSpPr txBox="1"/>
          <p:nvPr>
            <p:ph idx="4" type="subTitle"/>
          </p:nvPr>
        </p:nvSpPr>
        <p:spPr>
          <a:xfrm>
            <a:off x="3359400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4" name="Google Shape;234;p32"/>
          <p:cNvSpPr txBox="1"/>
          <p:nvPr>
            <p:ph idx="5" type="subTitle"/>
          </p:nvPr>
        </p:nvSpPr>
        <p:spPr>
          <a:xfrm>
            <a:off x="5998766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5" name="Google Shape;235;p32"/>
          <p:cNvSpPr txBox="1"/>
          <p:nvPr>
            <p:ph idx="6" type="subTitle"/>
          </p:nvPr>
        </p:nvSpPr>
        <p:spPr>
          <a:xfrm>
            <a:off x="5998766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6" name="Google Shape;236;p32"/>
          <p:cNvSpPr txBox="1"/>
          <p:nvPr>
            <p:ph idx="7" type="subTitle"/>
          </p:nvPr>
        </p:nvSpPr>
        <p:spPr>
          <a:xfrm>
            <a:off x="720034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7" name="Google Shape;237;p32"/>
          <p:cNvSpPr txBox="1"/>
          <p:nvPr>
            <p:ph idx="8" type="subTitle"/>
          </p:nvPr>
        </p:nvSpPr>
        <p:spPr>
          <a:xfrm>
            <a:off x="3359402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8" name="Google Shape;238;p32"/>
          <p:cNvSpPr txBox="1"/>
          <p:nvPr>
            <p:ph idx="9" type="subTitle"/>
          </p:nvPr>
        </p:nvSpPr>
        <p:spPr>
          <a:xfrm>
            <a:off x="5998766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9" name="Google Shape;239;p32"/>
          <p:cNvSpPr txBox="1"/>
          <p:nvPr>
            <p:ph idx="13" type="subTitle"/>
          </p:nvPr>
        </p:nvSpPr>
        <p:spPr>
          <a:xfrm>
            <a:off x="720034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14" type="subTitle"/>
          </p:nvPr>
        </p:nvSpPr>
        <p:spPr>
          <a:xfrm>
            <a:off x="3359402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1" name="Google Shape;241;p32"/>
          <p:cNvSpPr txBox="1"/>
          <p:nvPr>
            <p:ph idx="15" type="subTitle"/>
          </p:nvPr>
        </p:nvSpPr>
        <p:spPr>
          <a:xfrm>
            <a:off x="5998766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ine columns">
  <p:cSld name="CUSTOM_7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33"/>
          <p:cNvGrpSpPr/>
          <p:nvPr/>
        </p:nvGrpSpPr>
        <p:grpSpPr>
          <a:xfrm>
            <a:off x="-1736573" y="-4209191"/>
            <a:ext cx="14286840" cy="11676792"/>
            <a:chOff x="-1736573" y="-4209191"/>
            <a:chExt cx="14286840" cy="11676792"/>
          </a:xfrm>
        </p:grpSpPr>
        <p:pic>
          <p:nvPicPr>
            <p:cNvPr id="244" name="Google Shape;244;p3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" name="Google Shape;24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33"/>
          <p:cNvSpPr txBox="1"/>
          <p:nvPr>
            <p:ph idx="1" type="subTitle"/>
          </p:nvPr>
        </p:nvSpPr>
        <p:spPr>
          <a:xfrm>
            <a:off x="1222750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8" name="Google Shape;248;p33"/>
          <p:cNvSpPr txBox="1"/>
          <p:nvPr>
            <p:ph idx="2" type="subTitle"/>
          </p:nvPr>
        </p:nvSpPr>
        <p:spPr>
          <a:xfrm>
            <a:off x="3617876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9" name="Google Shape;249;p33"/>
          <p:cNvSpPr txBox="1"/>
          <p:nvPr>
            <p:ph idx="3" type="subTitle"/>
          </p:nvPr>
        </p:nvSpPr>
        <p:spPr>
          <a:xfrm>
            <a:off x="1222750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4" type="subTitle"/>
          </p:nvPr>
        </p:nvSpPr>
        <p:spPr>
          <a:xfrm>
            <a:off x="3617876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1" name="Google Shape;251;p33"/>
          <p:cNvSpPr txBox="1"/>
          <p:nvPr>
            <p:ph idx="5" type="subTitle"/>
          </p:nvPr>
        </p:nvSpPr>
        <p:spPr>
          <a:xfrm>
            <a:off x="6007550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6" type="subTitle"/>
          </p:nvPr>
        </p:nvSpPr>
        <p:spPr>
          <a:xfrm>
            <a:off x="6007550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7" type="subTitle"/>
          </p:nvPr>
        </p:nvSpPr>
        <p:spPr>
          <a:xfrm>
            <a:off x="1221250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4" name="Google Shape;254;p33"/>
          <p:cNvSpPr txBox="1"/>
          <p:nvPr>
            <p:ph idx="8" type="subTitle"/>
          </p:nvPr>
        </p:nvSpPr>
        <p:spPr>
          <a:xfrm>
            <a:off x="3616376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9" type="subTitle"/>
          </p:nvPr>
        </p:nvSpPr>
        <p:spPr>
          <a:xfrm>
            <a:off x="6006050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13" type="subTitle"/>
          </p:nvPr>
        </p:nvSpPr>
        <p:spPr>
          <a:xfrm>
            <a:off x="1221250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7" name="Google Shape;257;p33"/>
          <p:cNvSpPr txBox="1"/>
          <p:nvPr>
            <p:ph idx="14" type="subTitle"/>
          </p:nvPr>
        </p:nvSpPr>
        <p:spPr>
          <a:xfrm>
            <a:off x="3616376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8" name="Google Shape;258;p33"/>
          <p:cNvSpPr txBox="1"/>
          <p:nvPr>
            <p:ph idx="15" type="subTitle"/>
          </p:nvPr>
        </p:nvSpPr>
        <p:spPr>
          <a:xfrm>
            <a:off x="6006050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idx="16" type="subTitle"/>
          </p:nvPr>
        </p:nvSpPr>
        <p:spPr>
          <a:xfrm>
            <a:off x="1222750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33"/>
          <p:cNvSpPr txBox="1"/>
          <p:nvPr>
            <p:ph idx="17" type="subTitle"/>
          </p:nvPr>
        </p:nvSpPr>
        <p:spPr>
          <a:xfrm>
            <a:off x="3617876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idx="18" type="subTitle"/>
          </p:nvPr>
        </p:nvSpPr>
        <p:spPr>
          <a:xfrm>
            <a:off x="6007550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9" type="subTitle"/>
          </p:nvPr>
        </p:nvSpPr>
        <p:spPr>
          <a:xfrm>
            <a:off x="1221250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3" name="Google Shape;263;p33"/>
          <p:cNvSpPr txBox="1"/>
          <p:nvPr>
            <p:ph idx="20" type="subTitle"/>
          </p:nvPr>
        </p:nvSpPr>
        <p:spPr>
          <a:xfrm>
            <a:off x="3616376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21" type="subTitle"/>
          </p:nvPr>
        </p:nvSpPr>
        <p:spPr>
          <a:xfrm>
            <a:off x="6006050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4"/>
          <p:cNvGrpSpPr/>
          <p:nvPr/>
        </p:nvGrpSpPr>
        <p:grpSpPr>
          <a:xfrm>
            <a:off x="-3509179" y="-4022939"/>
            <a:ext cx="14394662" cy="11669384"/>
            <a:chOff x="-3509179" y="-4022939"/>
            <a:chExt cx="14394662" cy="11669384"/>
          </a:xfrm>
        </p:grpSpPr>
        <p:pic>
          <p:nvPicPr>
            <p:cNvPr id="267" name="Google Shape;267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2384137">
              <a:off x="-2371954" y="1694653"/>
              <a:ext cx="4387546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5713368">
              <a:off x="4052077" y="-1154160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9" name="Google Shape;269;p34"/>
          <p:cNvSpPr txBox="1"/>
          <p:nvPr>
            <p:ph hasCustomPrompt="1" type="title"/>
          </p:nvPr>
        </p:nvSpPr>
        <p:spPr>
          <a:xfrm>
            <a:off x="2223600" y="603432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34"/>
          <p:cNvSpPr txBox="1"/>
          <p:nvPr>
            <p:ph idx="1" type="subTitle"/>
          </p:nvPr>
        </p:nvSpPr>
        <p:spPr>
          <a:xfrm>
            <a:off x="2223600" y="1404421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1" name="Google Shape;271;p34"/>
          <p:cNvSpPr txBox="1"/>
          <p:nvPr>
            <p:ph hasCustomPrompt="1" idx="2" type="title"/>
          </p:nvPr>
        </p:nvSpPr>
        <p:spPr>
          <a:xfrm>
            <a:off x="2223600" y="1955688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34"/>
          <p:cNvSpPr txBox="1"/>
          <p:nvPr>
            <p:ph idx="3" type="subTitle"/>
          </p:nvPr>
        </p:nvSpPr>
        <p:spPr>
          <a:xfrm>
            <a:off x="2223600" y="2756697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3" name="Google Shape;273;p34"/>
          <p:cNvSpPr txBox="1"/>
          <p:nvPr>
            <p:ph hasCustomPrompt="1" idx="4" type="title"/>
          </p:nvPr>
        </p:nvSpPr>
        <p:spPr>
          <a:xfrm>
            <a:off x="2223600" y="3307944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34"/>
          <p:cNvSpPr txBox="1"/>
          <p:nvPr>
            <p:ph idx="5" type="subTitle"/>
          </p:nvPr>
        </p:nvSpPr>
        <p:spPr>
          <a:xfrm>
            <a:off x="2223600" y="4108968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35"/>
          <p:cNvGrpSpPr/>
          <p:nvPr/>
        </p:nvGrpSpPr>
        <p:grpSpPr>
          <a:xfrm>
            <a:off x="-2384195" y="-2866560"/>
            <a:ext cx="14035773" cy="10829462"/>
            <a:chOff x="-2384195" y="-2866560"/>
            <a:chExt cx="14035773" cy="10829462"/>
          </a:xfrm>
        </p:grpSpPr>
        <p:pic>
          <p:nvPicPr>
            <p:cNvPr id="277" name="Google Shape;277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-2384195" y="-28665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302035" y="28194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1165517" y="21526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35"/>
          <p:cNvSpPr txBox="1"/>
          <p:nvPr>
            <p:ph type="title"/>
          </p:nvPr>
        </p:nvSpPr>
        <p:spPr>
          <a:xfrm>
            <a:off x="2347950" y="821063"/>
            <a:ext cx="44481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1" name="Google Shape;281;p35"/>
          <p:cNvSpPr txBox="1"/>
          <p:nvPr>
            <p:ph idx="1" type="subTitle"/>
          </p:nvPr>
        </p:nvSpPr>
        <p:spPr>
          <a:xfrm>
            <a:off x="2347950" y="1717431"/>
            <a:ext cx="4448100" cy="10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/>
        </p:nvSpPr>
        <p:spPr>
          <a:xfrm>
            <a:off x="2099100" y="3527556"/>
            <a:ext cx="494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000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36"/>
          <p:cNvGrpSpPr/>
          <p:nvPr/>
        </p:nvGrpSpPr>
        <p:grpSpPr>
          <a:xfrm>
            <a:off x="-3653639" y="-2790360"/>
            <a:ext cx="15724511" cy="11210106"/>
            <a:chOff x="-3653639" y="-2790360"/>
            <a:chExt cx="15724511" cy="11210106"/>
          </a:xfrm>
        </p:grpSpPr>
        <p:pic>
          <p:nvPicPr>
            <p:cNvPr id="285" name="Google Shape;285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60645">
              <a:off x="-2822346" y="2095850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557935">
              <a:off x="6778778" y="1904999"/>
              <a:ext cx="4387548" cy="51435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37"/>
          <p:cNvGrpSpPr/>
          <p:nvPr/>
        </p:nvGrpSpPr>
        <p:grpSpPr>
          <a:xfrm>
            <a:off x="-3038425" y="-2885610"/>
            <a:ext cx="15526757" cy="10936860"/>
            <a:chOff x="-3038425" y="-2885610"/>
            <a:chExt cx="15526757" cy="10936860"/>
          </a:xfrm>
        </p:grpSpPr>
        <p:pic>
          <p:nvPicPr>
            <p:cNvPr id="290" name="Google Shape;290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330951" y="-288561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028951">
              <a:off x="5521633" y="2085974"/>
              <a:ext cx="634954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600190">
              <a:off x="-2117498" y="1333498"/>
              <a:ext cx="4387549" cy="51435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Onboarding: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Stimulus, Coverage, Models</a:t>
            </a:r>
            <a:endParaRPr sz="42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Silicats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Stimulus</a:t>
            </a:r>
            <a:endParaRPr/>
          </a:p>
        </p:txBody>
      </p:sp>
      <p:sp>
        <p:nvSpPr>
          <p:cNvPr id="304" name="Google Shape;304;p39"/>
          <p:cNvSpPr txBox="1"/>
          <p:nvPr>
            <p:ph idx="2" type="subTitle"/>
          </p:nvPr>
        </p:nvSpPr>
        <p:spPr>
          <a:xfrm>
            <a:off x="637625" y="1137100"/>
            <a:ext cx="79791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What do we feed the design?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Stimulus (inputs) → coverage (what's been tested) → models (checking correctness)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Definition: the inputs you drive into your design during simulation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Directed stimulus: specific, hand-picked values targeting known scenarios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Random stimulus: randomly generated values to catch cases you didn't think of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Constrained-random stimulus: random values within valid rules/ranges (e.g., random but always a legal opcode)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Quality of stimulus directly determines quality of verification: garbage in, meaningless results out Good stimulus should reflect real-world usage and deliberately stress edge cases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Coverage</a:t>
            </a:r>
            <a:endParaRPr/>
          </a:p>
        </p:txBody>
      </p:sp>
      <p:sp>
        <p:nvSpPr>
          <p:cNvPr id="310" name="Google Shape;310;p40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Definition: a measure of what has actually been exercised/tested in your design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Coverage tells you where the gaps are, so you can target stimulus more effectively Goal isn't 100% coverage: confidence that important behaviors are tested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Code coverage: did every line, branch, and condition in the RTL get executed at least once?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Statement coverage, branch coverage, toggle coverage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Functional coverage: did the design see the scenarios and behaviors that actually matter? (Defined by the verification engineer, not automatically derived from code)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Example: "did we test both overflow AND underflow?”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Cross-coverage: tracking combinations of conditions together (e.g., "reset asserted while overflow occurs")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Models</a:t>
            </a:r>
            <a:endParaRPr sz="3000"/>
          </a:p>
        </p:txBody>
      </p:sp>
      <p:sp>
        <p:nvSpPr>
          <p:cNvPr id="316" name="Google Shape;316;p41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We still need to check correctness 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Reference (or golden models) - independently predicts what the correct output should be given the same inputs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>
                <a:solidFill>
                  <a:srgbClr val="000000"/>
                </a:solidFill>
              </a:rPr>
              <a:t>Design output is compared again model’s output, if mismatched, flagged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Models are usually a separate implementation (often in software, e.g., Python/C/ SystemVerilog) that computes the expected result. 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Important that it is build independently from the DUT - not the same mistakes/assumptions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Used inside a scoreboard: component that compares DUT output vs. model output (more on that in the UVM slides) 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Models scale, they can check thousands of random test cases automatically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/>
          <p:nvPr/>
        </p:nvSpPr>
        <p:spPr>
          <a:xfrm>
            <a:off x="998150" y="2087950"/>
            <a:ext cx="586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End</a:t>
            </a:r>
            <a:endParaRPr b="1" sz="4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327" name="Google Shape;327;p43"/>
          <p:cNvSpPr txBox="1"/>
          <p:nvPr>
            <p:ph idx="2" type="subTitle"/>
          </p:nvPr>
        </p:nvSpPr>
        <p:spPr>
          <a:xfrm>
            <a:off x="637625" y="1137100"/>
            <a:ext cx="79791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ALU example (if opcode == AND, expect a+b) [TO DO]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As designs get more complex (e.g., a CPU, a communication protocol), models get more sophisticated but the principle stays the same.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This model-based checking is a core building block of UVM scoreboards (which we will cover soon!)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merging Therapies in Nephrotic Syndrome by Slidesgo">
  <a:themeElements>
    <a:clrScheme name="Simple Light">
      <a:dk1>
        <a:srgbClr val="1D1D1C"/>
      </a:dk1>
      <a:lt1>
        <a:srgbClr val="FFFFFF"/>
      </a:lt1>
      <a:dk2>
        <a:srgbClr val="4A4A48"/>
      </a:dk2>
      <a:lt2>
        <a:srgbClr val="73736F"/>
      </a:lt2>
      <a:accent1>
        <a:srgbClr val="C4C4B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