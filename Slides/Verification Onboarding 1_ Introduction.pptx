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Nunito"/>
      <p:regular r:id="rId17"/>
      <p:bold r:id="rId18"/>
      <p:italic r:id="rId19"/>
      <p:boldItalic r:id="rId20"/>
    </p:embeddedFont>
    <p:embeddedFont>
      <p:font typeface="Bebas Neue"/>
      <p:regular r:id="rId21"/>
    </p:embeddedFont>
    <p:embeddedFont>
      <p:font typeface="PT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Italic.fntdata"/><Relationship Id="rId22" Type="http://schemas.openxmlformats.org/officeDocument/2006/relationships/font" Target="fonts/PTSans-regular.fntdata"/><Relationship Id="rId21" Type="http://schemas.openxmlformats.org/officeDocument/2006/relationships/font" Target="fonts/BebasNeue-regular.fntdata"/><Relationship Id="rId24" Type="http://schemas.openxmlformats.org/officeDocument/2006/relationships/font" Target="fonts/PTSans-italic.fntdata"/><Relationship Id="rId23" Type="http://schemas.openxmlformats.org/officeDocument/2006/relationships/font" Target="fonts/PT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PTSa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Raleway-regular.fntdata"/><Relationship Id="rId12" Type="http://schemas.openxmlformats.org/officeDocument/2006/relationships/slide" Target="slides/slide8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Nunito-regular.fntdata"/><Relationship Id="rId16" Type="http://schemas.openxmlformats.org/officeDocument/2006/relationships/font" Target="fonts/Raleway-boldItalic.fntdata"/><Relationship Id="rId19" Type="http://schemas.openxmlformats.org/officeDocument/2006/relationships/font" Target="fonts/Nunito-italic.fntdata"/><Relationship Id="rId18" Type="http://schemas.openxmlformats.org/officeDocument/2006/relationships/font" Target="fonts/Nuni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4072739ea5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14072739ea5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their thoughts on how to know if this design works.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is simple but as they grow, then they become more complicated as they have more </a:t>
            </a:r>
            <a:r>
              <a:rPr lang="en"/>
              <a:t>inputs and states.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f49c2d534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f49c2d534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f1c871a5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f1c871a5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f49c2d534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f49c2d534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f4c85e3f51_1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f4c85e3f51_1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f70cbeea24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f70cbeea24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f1c871a5f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f1c871a5f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hyperlink" Target="https://bit.ly/3A1uf1Q" TargetMode="External"/><Relationship Id="rId6" Type="http://schemas.openxmlformats.org/officeDocument/2006/relationships/hyperlink" Target="http://bit.ly/2TyoMsr" TargetMode="External"/><Relationship Id="rId7" Type="http://schemas.openxmlformats.org/officeDocument/2006/relationships/hyperlink" Target="http://bit.ly/2TtBDfr" TargetMode="Externa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850795" y="-2790360"/>
            <a:ext cx="12435573" cy="10677062"/>
            <a:chOff x="-1850795" y="-2790360"/>
            <a:chExt cx="12435573" cy="10677062"/>
          </a:xfrm>
        </p:grpSpPr>
        <p:pic>
          <p:nvPicPr>
            <p:cNvPr id="10" name="Google Shape;10;p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440775" y="-279036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1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850795" y="27432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892952" y="230505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" name="Google Shape;13;p2"/>
          <p:cNvSpPr txBox="1"/>
          <p:nvPr>
            <p:ph type="ctrTitle"/>
          </p:nvPr>
        </p:nvSpPr>
        <p:spPr>
          <a:xfrm>
            <a:off x="713250" y="1525050"/>
            <a:ext cx="7717500" cy="16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07700" y="3187350"/>
            <a:ext cx="45288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3"/>
          <p:cNvGrpSpPr/>
          <p:nvPr/>
        </p:nvGrpSpPr>
        <p:grpSpPr>
          <a:xfrm>
            <a:off x="-1469274" y="-2790360"/>
            <a:ext cx="13197573" cy="10524662"/>
            <a:chOff x="-1469274" y="-2790360"/>
            <a:chExt cx="13197573" cy="10524662"/>
          </a:xfrm>
        </p:grpSpPr>
        <p:pic>
          <p:nvPicPr>
            <p:cNvPr id="17" name="Google Shape;17;p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>
              <a:off x="-1469274" y="-279036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5378756" y="25908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-707795" y="222885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" name="Google Shape;20;p3"/>
          <p:cNvSpPr txBox="1"/>
          <p:nvPr>
            <p:ph type="title"/>
          </p:nvPr>
        </p:nvSpPr>
        <p:spPr>
          <a:xfrm>
            <a:off x="2038200" y="2610600"/>
            <a:ext cx="5067600" cy="9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hasCustomPrompt="1" idx="2" type="title"/>
          </p:nvPr>
        </p:nvSpPr>
        <p:spPr>
          <a:xfrm>
            <a:off x="3941100" y="1578600"/>
            <a:ext cx="1261800" cy="1108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4"/>
          <p:cNvGrpSpPr/>
          <p:nvPr/>
        </p:nvGrpSpPr>
        <p:grpSpPr>
          <a:xfrm>
            <a:off x="-1480548" y="-2872300"/>
            <a:ext cx="14875201" cy="10883236"/>
            <a:chOff x="-1480548" y="-2872300"/>
            <a:chExt cx="14875201" cy="10883236"/>
          </a:xfrm>
        </p:grpSpPr>
        <p:pic>
          <p:nvPicPr>
            <p:cNvPr id="24" name="Google Shape;24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-1480548" y="-287230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25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4250650" y="430511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" name="Google Shape;26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720002" y="1099401"/>
            <a:ext cx="77040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5"/>
          <p:cNvGrpSpPr/>
          <p:nvPr/>
        </p:nvGrpSpPr>
        <p:grpSpPr>
          <a:xfrm>
            <a:off x="-5121707" y="-3896607"/>
            <a:ext cx="18958404" cy="12282396"/>
            <a:chOff x="-5121707" y="-3896607"/>
            <a:chExt cx="18958404" cy="12282396"/>
          </a:xfrm>
        </p:grpSpPr>
        <p:pic>
          <p:nvPicPr>
            <p:cNvPr id="30" name="Google Shape;30;p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-6886526">
              <a:off x="6996455" y="-2508075"/>
              <a:ext cx="6349545" cy="51435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31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2969597">
              <a:off x="-5315200" y="1853115"/>
              <a:ext cx="9144002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" name="Google Shape;32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subTitle"/>
          </p:nvPr>
        </p:nvSpPr>
        <p:spPr>
          <a:xfrm>
            <a:off x="4864746" y="2329549"/>
            <a:ext cx="2505600" cy="20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800"/>
            </a:lvl9pPr>
          </a:lstStyle>
          <a:p/>
        </p:txBody>
      </p:sp>
      <p:sp>
        <p:nvSpPr>
          <p:cNvPr id="34" name="Google Shape;34;p5"/>
          <p:cNvSpPr txBox="1"/>
          <p:nvPr>
            <p:ph idx="2" type="subTitle"/>
          </p:nvPr>
        </p:nvSpPr>
        <p:spPr>
          <a:xfrm>
            <a:off x="1773654" y="2329549"/>
            <a:ext cx="2505600" cy="20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800"/>
            </a:lvl9pPr>
          </a:lstStyle>
          <a:p/>
        </p:txBody>
      </p:sp>
      <p:sp>
        <p:nvSpPr>
          <p:cNvPr id="35" name="Google Shape;35;p5"/>
          <p:cNvSpPr txBox="1"/>
          <p:nvPr>
            <p:ph idx="3" type="subTitle"/>
          </p:nvPr>
        </p:nvSpPr>
        <p:spPr>
          <a:xfrm>
            <a:off x="4864746" y="1913150"/>
            <a:ext cx="25056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4" type="subTitle"/>
          </p:nvPr>
        </p:nvSpPr>
        <p:spPr>
          <a:xfrm>
            <a:off x="1773654" y="1913150"/>
            <a:ext cx="25056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6"/>
          <p:cNvGrpSpPr/>
          <p:nvPr/>
        </p:nvGrpSpPr>
        <p:grpSpPr>
          <a:xfrm>
            <a:off x="-1480548" y="-2872300"/>
            <a:ext cx="14875201" cy="10883236"/>
            <a:chOff x="-1480548" y="-2872300"/>
            <a:chExt cx="14875201" cy="10883236"/>
          </a:xfrm>
        </p:grpSpPr>
        <p:pic>
          <p:nvPicPr>
            <p:cNvPr id="39" name="Google Shape;39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-1480548" y="-287230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" name="Google Shape;40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4250650" y="430511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" name="Google Shape;41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7"/>
          <p:cNvGrpSpPr/>
          <p:nvPr/>
        </p:nvGrpSpPr>
        <p:grpSpPr>
          <a:xfrm>
            <a:off x="-2213779" y="-3870539"/>
            <a:ext cx="14851862" cy="11516984"/>
            <a:chOff x="-2213779" y="-3870539"/>
            <a:chExt cx="14851862" cy="11516984"/>
          </a:xfrm>
        </p:grpSpPr>
        <p:pic>
          <p:nvPicPr>
            <p:cNvPr id="44" name="Google Shape;44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2384137">
              <a:off x="7113312" y="1694653"/>
              <a:ext cx="4387546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" name="Google Shape;45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713368">
              <a:off x="-4524379" y="-1001760"/>
              <a:ext cx="9144006" cy="37058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6" name="Google Shape;46;p7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2032800" y="1897775"/>
            <a:ext cx="5078400" cy="18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8"/>
          <p:cNvGrpSpPr/>
          <p:nvPr/>
        </p:nvGrpSpPr>
        <p:grpSpPr>
          <a:xfrm>
            <a:off x="-631595" y="-2866560"/>
            <a:ext cx="11674094" cy="10753262"/>
            <a:chOff x="-631595" y="-2866560"/>
            <a:chExt cx="11674094" cy="10753262"/>
          </a:xfrm>
        </p:grpSpPr>
        <p:pic>
          <p:nvPicPr>
            <p:cNvPr id="50" name="Google Shape;5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10800000">
              <a:off x="304799" y="418088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4692956" y="-286656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" name="Google Shape;52;p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-631595" y="-242841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" name="Google Shape;53;p8"/>
          <p:cNvSpPr txBox="1"/>
          <p:nvPr>
            <p:ph type="title"/>
          </p:nvPr>
        </p:nvSpPr>
        <p:spPr>
          <a:xfrm>
            <a:off x="1768500" y="1555800"/>
            <a:ext cx="5607000" cy="20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9"/>
          <p:cNvGrpSpPr/>
          <p:nvPr/>
        </p:nvGrpSpPr>
        <p:grpSpPr>
          <a:xfrm>
            <a:off x="-1850795" y="-2714160"/>
            <a:ext cx="12131294" cy="10600862"/>
            <a:chOff x="-1850795" y="-2714160"/>
            <a:chExt cx="12131294" cy="10600862"/>
          </a:xfrm>
        </p:grpSpPr>
        <p:pic>
          <p:nvPicPr>
            <p:cNvPr id="56" name="Google Shape;56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754975" y="418088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-1850795" y="-271416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 rot="10800000">
              <a:off x="5892952" y="-227601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" name="Google Shape;59;p9"/>
          <p:cNvSpPr txBox="1"/>
          <p:nvPr>
            <p:ph type="title"/>
          </p:nvPr>
        </p:nvSpPr>
        <p:spPr>
          <a:xfrm>
            <a:off x="2135550" y="1717200"/>
            <a:ext cx="4872900" cy="110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subTitle"/>
          </p:nvPr>
        </p:nvSpPr>
        <p:spPr>
          <a:xfrm>
            <a:off x="2135550" y="2749200"/>
            <a:ext cx="48729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0"/>
          <p:cNvSpPr txBox="1"/>
          <p:nvPr>
            <p:ph type="title"/>
          </p:nvPr>
        </p:nvSpPr>
        <p:spPr>
          <a:xfrm>
            <a:off x="720000" y="3957500"/>
            <a:ext cx="7704000" cy="6465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1"/>
          <p:cNvGrpSpPr/>
          <p:nvPr/>
        </p:nvGrpSpPr>
        <p:grpSpPr>
          <a:xfrm>
            <a:off x="-2536595" y="-2790360"/>
            <a:ext cx="13045694" cy="10677062"/>
            <a:chOff x="-2536595" y="-2790360"/>
            <a:chExt cx="13045694" cy="10677062"/>
          </a:xfrm>
        </p:grpSpPr>
        <p:pic>
          <p:nvPicPr>
            <p:cNvPr id="66" name="Google Shape;66;p1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54975" y="-279036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2536595" y="27432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" name="Google Shape;68;p1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121552" y="230505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9" name="Google Shape;69;p11"/>
          <p:cNvSpPr txBox="1"/>
          <p:nvPr>
            <p:ph hasCustomPrompt="1" type="title"/>
          </p:nvPr>
        </p:nvSpPr>
        <p:spPr>
          <a:xfrm>
            <a:off x="1284000" y="1840200"/>
            <a:ext cx="6576000" cy="1108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0" name="Google Shape;70;p11"/>
          <p:cNvSpPr txBox="1"/>
          <p:nvPr>
            <p:ph idx="1" type="subTitle"/>
          </p:nvPr>
        </p:nvSpPr>
        <p:spPr>
          <a:xfrm>
            <a:off x="1284000" y="2872200"/>
            <a:ext cx="65760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73;p13"/>
          <p:cNvGrpSpPr/>
          <p:nvPr/>
        </p:nvGrpSpPr>
        <p:grpSpPr>
          <a:xfrm>
            <a:off x="-6941225" y="-3393700"/>
            <a:ext cx="20649172" cy="10795036"/>
            <a:chOff x="-6941225" y="-3393700"/>
            <a:chExt cx="20649172" cy="10795036"/>
          </a:xfrm>
        </p:grpSpPr>
        <p:pic>
          <p:nvPicPr>
            <p:cNvPr id="74" name="Google Shape;7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358405" y="-33937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-6941225" y="369551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6" name="Google Shape;76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hasCustomPrompt="1" idx="2" type="title"/>
          </p:nvPr>
        </p:nvSpPr>
        <p:spPr>
          <a:xfrm>
            <a:off x="1505376" y="1595483"/>
            <a:ext cx="734700" cy="646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8" name="Google Shape;78;p13"/>
          <p:cNvSpPr txBox="1"/>
          <p:nvPr>
            <p:ph hasCustomPrompt="1" idx="3" type="title"/>
          </p:nvPr>
        </p:nvSpPr>
        <p:spPr>
          <a:xfrm>
            <a:off x="1505376" y="2963554"/>
            <a:ext cx="734700" cy="646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/>
          <p:nvPr>
            <p:ph hasCustomPrompt="1" idx="4" type="title"/>
          </p:nvPr>
        </p:nvSpPr>
        <p:spPr>
          <a:xfrm>
            <a:off x="4204647" y="1595483"/>
            <a:ext cx="734700" cy="646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/>
          <p:nvPr>
            <p:ph hasCustomPrompt="1" idx="5" type="title"/>
          </p:nvPr>
        </p:nvSpPr>
        <p:spPr>
          <a:xfrm>
            <a:off x="4204647" y="2963554"/>
            <a:ext cx="734700" cy="646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/>
          <p:nvPr>
            <p:ph hasCustomPrompt="1" idx="6" type="title"/>
          </p:nvPr>
        </p:nvSpPr>
        <p:spPr>
          <a:xfrm>
            <a:off x="6903924" y="1595483"/>
            <a:ext cx="734700" cy="646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/>
          <p:nvPr>
            <p:ph hasCustomPrompt="1" idx="7" type="title"/>
          </p:nvPr>
        </p:nvSpPr>
        <p:spPr>
          <a:xfrm>
            <a:off x="6903924" y="2963554"/>
            <a:ext cx="734700" cy="646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/>
          <p:nvPr>
            <p:ph idx="1" type="subTitle"/>
          </p:nvPr>
        </p:nvSpPr>
        <p:spPr>
          <a:xfrm>
            <a:off x="719976" y="2165799"/>
            <a:ext cx="2305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8" type="subTitle"/>
          </p:nvPr>
        </p:nvSpPr>
        <p:spPr>
          <a:xfrm>
            <a:off x="3419247" y="2165799"/>
            <a:ext cx="2305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9" type="subTitle"/>
          </p:nvPr>
        </p:nvSpPr>
        <p:spPr>
          <a:xfrm>
            <a:off x="6118524" y="2165799"/>
            <a:ext cx="2305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3" type="subTitle"/>
          </p:nvPr>
        </p:nvSpPr>
        <p:spPr>
          <a:xfrm>
            <a:off x="719976" y="3533863"/>
            <a:ext cx="2305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4" type="subTitle"/>
          </p:nvPr>
        </p:nvSpPr>
        <p:spPr>
          <a:xfrm>
            <a:off x="3419247" y="3533863"/>
            <a:ext cx="2305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15" type="subTitle"/>
          </p:nvPr>
        </p:nvSpPr>
        <p:spPr>
          <a:xfrm>
            <a:off x="6118524" y="3533863"/>
            <a:ext cx="2305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14"/>
          <p:cNvGrpSpPr/>
          <p:nvPr/>
        </p:nvGrpSpPr>
        <p:grpSpPr>
          <a:xfrm>
            <a:off x="-3610824" y="-3076700"/>
            <a:ext cx="13964498" cy="11110286"/>
            <a:chOff x="-3610824" y="-3076700"/>
            <a:chExt cx="13964498" cy="11110286"/>
          </a:xfrm>
        </p:grpSpPr>
        <p:pic>
          <p:nvPicPr>
            <p:cNvPr id="91" name="Google Shape;91;p1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10800000">
              <a:off x="-3610824" y="432776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" name="Google Shape;92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4004131" y="-30767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54830" y="262280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14"/>
          <p:cNvSpPr txBox="1"/>
          <p:nvPr>
            <p:ph type="title"/>
          </p:nvPr>
        </p:nvSpPr>
        <p:spPr>
          <a:xfrm>
            <a:off x="713225" y="2610600"/>
            <a:ext cx="5067600" cy="9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5" name="Google Shape;95;p14"/>
          <p:cNvSpPr txBox="1"/>
          <p:nvPr>
            <p:ph hasCustomPrompt="1" idx="2" type="title"/>
          </p:nvPr>
        </p:nvSpPr>
        <p:spPr>
          <a:xfrm>
            <a:off x="713225" y="1578600"/>
            <a:ext cx="1261800" cy="1108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15"/>
          <p:cNvGrpSpPr/>
          <p:nvPr/>
        </p:nvGrpSpPr>
        <p:grpSpPr>
          <a:xfrm flipH="1">
            <a:off x="-1324824" y="-3076700"/>
            <a:ext cx="13888298" cy="11110286"/>
            <a:chOff x="-3610824" y="-3076700"/>
            <a:chExt cx="13888298" cy="11110286"/>
          </a:xfrm>
        </p:grpSpPr>
        <p:pic>
          <p:nvPicPr>
            <p:cNvPr id="98" name="Google Shape;98;p1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10800000">
              <a:off x="-3610824" y="432776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" name="Google Shape;99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3927931" y="-30767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" name="Google Shape;100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978630" y="231800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1" name="Google Shape;101;p15"/>
          <p:cNvSpPr txBox="1"/>
          <p:nvPr>
            <p:ph type="title"/>
          </p:nvPr>
        </p:nvSpPr>
        <p:spPr>
          <a:xfrm>
            <a:off x="3363175" y="2610600"/>
            <a:ext cx="5067600" cy="9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2" name="Google Shape;102;p15"/>
          <p:cNvSpPr txBox="1"/>
          <p:nvPr>
            <p:ph hasCustomPrompt="1" idx="2" type="title"/>
          </p:nvPr>
        </p:nvSpPr>
        <p:spPr>
          <a:xfrm>
            <a:off x="7168975" y="1578600"/>
            <a:ext cx="1261800" cy="1108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6"/>
          <p:cNvGrpSpPr/>
          <p:nvPr/>
        </p:nvGrpSpPr>
        <p:grpSpPr>
          <a:xfrm>
            <a:off x="-2260370" y="-3171360"/>
            <a:ext cx="14292948" cy="11899686"/>
            <a:chOff x="-2260370" y="-3171360"/>
            <a:chExt cx="14292948" cy="11899686"/>
          </a:xfrm>
        </p:grpSpPr>
        <p:pic>
          <p:nvPicPr>
            <p:cNvPr id="105" name="Google Shape;105;p1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-2260370" y="-279035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" name="Google Shape;106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69027" y="3584825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" name="Google Shape;107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88575" y="-317136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8" name="Google Shape;108;p16"/>
          <p:cNvSpPr txBox="1"/>
          <p:nvPr>
            <p:ph type="title"/>
          </p:nvPr>
        </p:nvSpPr>
        <p:spPr>
          <a:xfrm>
            <a:off x="1882800" y="2995350"/>
            <a:ext cx="53784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9" name="Google Shape;109;p16"/>
          <p:cNvSpPr txBox="1"/>
          <p:nvPr>
            <p:ph idx="1" type="subTitle"/>
          </p:nvPr>
        </p:nvSpPr>
        <p:spPr>
          <a:xfrm>
            <a:off x="1145850" y="1501650"/>
            <a:ext cx="6852300" cy="156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17"/>
          <p:cNvGrpSpPr/>
          <p:nvPr/>
        </p:nvGrpSpPr>
        <p:grpSpPr>
          <a:xfrm>
            <a:off x="-6941225" y="-3393700"/>
            <a:ext cx="20649172" cy="10947436"/>
            <a:chOff x="-6941225" y="-3393700"/>
            <a:chExt cx="20649172" cy="10947436"/>
          </a:xfrm>
        </p:grpSpPr>
        <p:pic>
          <p:nvPicPr>
            <p:cNvPr id="112" name="Google Shape;112;p1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358405" y="-33937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-6941225" y="384791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4" name="Google Shape;114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18"/>
          <p:cNvGrpSpPr/>
          <p:nvPr/>
        </p:nvGrpSpPr>
        <p:grpSpPr>
          <a:xfrm>
            <a:off x="-3694018" y="-5071080"/>
            <a:ext cx="14621927" cy="12895533"/>
            <a:chOff x="-3694018" y="-5071080"/>
            <a:chExt cx="14621927" cy="12895533"/>
          </a:xfrm>
        </p:grpSpPr>
        <p:pic>
          <p:nvPicPr>
            <p:cNvPr id="117" name="Google Shape;117;p1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376372">
              <a:off x="6272500" y="2456652"/>
              <a:ext cx="4387545" cy="5143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8262288">
              <a:off x="-3637250" y="-247668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9" name="Google Shape;119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1_1_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19"/>
          <p:cNvGrpSpPr/>
          <p:nvPr/>
        </p:nvGrpSpPr>
        <p:grpSpPr>
          <a:xfrm>
            <a:off x="-5121707" y="-3896607"/>
            <a:ext cx="18958404" cy="12282396"/>
            <a:chOff x="-5121707" y="-3896607"/>
            <a:chExt cx="18958404" cy="12282396"/>
          </a:xfrm>
        </p:grpSpPr>
        <p:pic>
          <p:nvPicPr>
            <p:cNvPr id="122" name="Google Shape;122;p1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-6886526">
              <a:off x="6996455" y="-2508075"/>
              <a:ext cx="6349545" cy="51435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2969597">
              <a:off x="-5315200" y="1853115"/>
              <a:ext cx="9144002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4" name="Google Shape;124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8986821">
            <a:off x="-4910578" y="3999905"/>
            <a:ext cx="9144003" cy="370582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0"/>
          <p:cNvSpPr txBox="1"/>
          <p:nvPr>
            <p:ph type="title"/>
          </p:nvPr>
        </p:nvSpPr>
        <p:spPr>
          <a:xfrm>
            <a:off x="720000" y="1455450"/>
            <a:ext cx="38247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" type="subTitle"/>
          </p:nvPr>
        </p:nvSpPr>
        <p:spPr>
          <a:xfrm>
            <a:off x="720000" y="2949150"/>
            <a:ext cx="38247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9" name="Google Shape;129;p20"/>
          <p:cNvSpPr/>
          <p:nvPr>
            <p:ph idx="2" type="pic"/>
          </p:nvPr>
        </p:nvSpPr>
        <p:spPr>
          <a:xfrm>
            <a:off x="5257800" y="0"/>
            <a:ext cx="3886200" cy="514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21"/>
          <p:cNvGrpSpPr/>
          <p:nvPr/>
        </p:nvGrpSpPr>
        <p:grpSpPr>
          <a:xfrm>
            <a:off x="-5950625" y="-3546100"/>
            <a:ext cx="19201372" cy="10947436"/>
            <a:chOff x="-5950625" y="-3546100"/>
            <a:chExt cx="19201372" cy="10947436"/>
          </a:xfrm>
        </p:grpSpPr>
        <p:pic>
          <p:nvPicPr>
            <p:cNvPr id="132" name="Google Shape;132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6901205" y="-35461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" name="Google Shape;133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-5950625" y="369551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4" name="Google Shape;134;p21"/>
          <p:cNvSpPr txBox="1"/>
          <p:nvPr>
            <p:ph type="title"/>
          </p:nvPr>
        </p:nvSpPr>
        <p:spPr>
          <a:xfrm>
            <a:off x="713225" y="1686300"/>
            <a:ext cx="3312000" cy="1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" type="subTitle"/>
          </p:nvPr>
        </p:nvSpPr>
        <p:spPr>
          <a:xfrm>
            <a:off x="713225" y="2718300"/>
            <a:ext cx="33120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22"/>
          <p:cNvGrpSpPr/>
          <p:nvPr/>
        </p:nvGrpSpPr>
        <p:grpSpPr>
          <a:xfrm>
            <a:off x="-3447082" y="-4551434"/>
            <a:ext cx="14122109" cy="12508820"/>
            <a:chOff x="-3447082" y="-4551434"/>
            <a:chExt cx="14122109" cy="12508820"/>
          </a:xfrm>
        </p:grpSpPr>
        <p:pic>
          <p:nvPicPr>
            <p:cNvPr id="138" name="Google Shape;138;p2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-2700000">
              <a:off x="-2271122" y="-3753450"/>
              <a:ext cx="4387544" cy="51434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1531025" y="425156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0" name="Google Shape;140;p22"/>
          <p:cNvSpPr txBox="1"/>
          <p:nvPr>
            <p:ph type="title"/>
          </p:nvPr>
        </p:nvSpPr>
        <p:spPr>
          <a:xfrm>
            <a:off x="4412839" y="1919450"/>
            <a:ext cx="35934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1" name="Google Shape;141;p22"/>
          <p:cNvSpPr txBox="1"/>
          <p:nvPr>
            <p:ph idx="1" type="subTitle"/>
          </p:nvPr>
        </p:nvSpPr>
        <p:spPr>
          <a:xfrm>
            <a:off x="4413010" y="2485150"/>
            <a:ext cx="35934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2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23"/>
          <p:cNvGrpSpPr/>
          <p:nvPr/>
        </p:nvGrpSpPr>
        <p:grpSpPr>
          <a:xfrm>
            <a:off x="-4816000" y="-3066585"/>
            <a:ext cx="17191922" cy="11191412"/>
            <a:chOff x="-4816000" y="-3066585"/>
            <a:chExt cx="17191922" cy="11191412"/>
          </a:xfrm>
        </p:grpSpPr>
        <p:pic>
          <p:nvPicPr>
            <p:cNvPr id="144" name="Google Shape;144;p2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>
              <a:off x="6026380" y="2981325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762000" y="-306658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-4816000" y="425156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7" name="Google Shape;147;p23"/>
          <p:cNvSpPr txBox="1"/>
          <p:nvPr>
            <p:ph type="title"/>
          </p:nvPr>
        </p:nvSpPr>
        <p:spPr>
          <a:xfrm>
            <a:off x="1319058" y="2009550"/>
            <a:ext cx="40122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1" type="subTitle"/>
          </p:nvPr>
        </p:nvSpPr>
        <p:spPr>
          <a:xfrm>
            <a:off x="1319058" y="2579850"/>
            <a:ext cx="40122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4_2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721389" y="448056"/>
            <a:ext cx="7708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>
            <a:off x="714113" y="1248250"/>
            <a:ext cx="7708800" cy="9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25"/>
          <p:cNvGrpSpPr/>
          <p:nvPr/>
        </p:nvGrpSpPr>
        <p:grpSpPr>
          <a:xfrm>
            <a:off x="-3370882" y="-4551434"/>
            <a:ext cx="16760534" cy="12565970"/>
            <a:chOff x="-3370882" y="-4551434"/>
            <a:chExt cx="16760534" cy="12565970"/>
          </a:xfrm>
        </p:grpSpPr>
        <p:pic>
          <p:nvPicPr>
            <p:cNvPr id="154" name="Google Shape;154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-2700000">
              <a:off x="-2194922" y="-3753450"/>
              <a:ext cx="4387544" cy="51434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" name="Google Shape;155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4245650" y="430871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6" name="Google Shape;156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7" name="Google Shape;157;p25"/>
          <p:cNvSpPr txBox="1"/>
          <p:nvPr>
            <p:ph idx="1" type="subTitle"/>
          </p:nvPr>
        </p:nvSpPr>
        <p:spPr>
          <a:xfrm>
            <a:off x="4898325" y="2188025"/>
            <a:ext cx="2460900" cy="16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8" name="Google Shape;158;p25"/>
          <p:cNvSpPr txBox="1"/>
          <p:nvPr>
            <p:ph idx="2" type="subTitle"/>
          </p:nvPr>
        </p:nvSpPr>
        <p:spPr>
          <a:xfrm>
            <a:off x="1784750" y="2188025"/>
            <a:ext cx="2460900" cy="16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9" name="Google Shape;159;p25"/>
          <p:cNvSpPr txBox="1"/>
          <p:nvPr>
            <p:ph idx="3" type="subTitle"/>
          </p:nvPr>
        </p:nvSpPr>
        <p:spPr>
          <a:xfrm>
            <a:off x="1784751" y="1771625"/>
            <a:ext cx="2460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0" name="Google Shape;160;p25"/>
          <p:cNvSpPr txBox="1"/>
          <p:nvPr>
            <p:ph idx="4" type="subTitle"/>
          </p:nvPr>
        </p:nvSpPr>
        <p:spPr>
          <a:xfrm>
            <a:off x="4898350" y="1771625"/>
            <a:ext cx="2460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26"/>
          <p:cNvGrpSpPr/>
          <p:nvPr/>
        </p:nvGrpSpPr>
        <p:grpSpPr>
          <a:xfrm>
            <a:off x="-5121707" y="-3896607"/>
            <a:ext cx="18958404" cy="12282396"/>
            <a:chOff x="-5121707" y="-3896607"/>
            <a:chExt cx="18958404" cy="12282396"/>
          </a:xfrm>
        </p:grpSpPr>
        <p:pic>
          <p:nvPicPr>
            <p:cNvPr id="163" name="Google Shape;163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-6886526">
              <a:off x="6996455" y="-2508075"/>
              <a:ext cx="6349545" cy="51435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2969597">
              <a:off x="-5315200" y="1853115"/>
              <a:ext cx="9144002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5" name="Google Shape;165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6" name="Google Shape;166;p26"/>
          <p:cNvSpPr txBox="1"/>
          <p:nvPr>
            <p:ph idx="1" type="subTitle"/>
          </p:nvPr>
        </p:nvSpPr>
        <p:spPr>
          <a:xfrm>
            <a:off x="4764002" y="1794875"/>
            <a:ext cx="3095400" cy="20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subTitle"/>
          </p:nvPr>
        </p:nvSpPr>
        <p:spPr>
          <a:xfrm>
            <a:off x="1284598" y="1794875"/>
            <a:ext cx="3095400" cy="20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TWO_COLUMNS_1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p27"/>
          <p:cNvGrpSpPr/>
          <p:nvPr/>
        </p:nvGrpSpPr>
        <p:grpSpPr>
          <a:xfrm>
            <a:off x="-2013950" y="-2872300"/>
            <a:ext cx="9144003" cy="10883236"/>
            <a:chOff x="-2013950" y="-2872300"/>
            <a:chExt cx="9144003" cy="10883236"/>
          </a:xfrm>
        </p:grpSpPr>
        <p:pic>
          <p:nvPicPr>
            <p:cNvPr id="170" name="Google Shape;170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-1480548" y="-287230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" name="Google Shape;171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-2013950" y="430511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2" name="Google Shape;172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3" name="Google Shape;173;p27"/>
          <p:cNvSpPr txBox="1"/>
          <p:nvPr>
            <p:ph idx="1" type="body"/>
          </p:nvPr>
        </p:nvSpPr>
        <p:spPr>
          <a:xfrm>
            <a:off x="715100" y="1558275"/>
            <a:ext cx="3558900" cy="23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9pPr>
          </a:lstStyle>
          <a:p/>
        </p:txBody>
      </p:sp>
      <p:sp>
        <p:nvSpPr>
          <p:cNvPr id="174" name="Google Shape;174;p27"/>
          <p:cNvSpPr txBox="1"/>
          <p:nvPr>
            <p:ph idx="2" type="body"/>
          </p:nvPr>
        </p:nvSpPr>
        <p:spPr>
          <a:xfrm>
            <a:off x="4871800" y="1554479"/>
            <a:ext cx="3557100" cy="23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28"/>
          <p:cNvGrpSpPr/>
          <p:nvPr/>
        </p:nvGrpSpPr>
        <p:grpSpPr>
          <a:xfrm>
            <a:off x="-5486707" y="-2618585"/>
            <a:ext cx="16111256" cy="10964488"/>
            <a:chOff x="-5486707" y="-2618585"/>
            <a:chExt cx="16111256" cy="10964488"/>
          </a:xfrm>
        </p:grpSpPr>
        <p:pic>
          <p:nvPicPr>
            <p:cNvPr id="177" name="Google Shape;177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-9497111">
              <a:off x="-5125598" y="3079989"/>
              <a:ext cx="9144001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237002" y="-2618585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9" name="Google Shape;179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0" name="Google Shape;180;p28"/>
          <p:cNvSpPr txBox="1"/>
          <p:nvPr>
            <p:ph idx="1" type="subTitle"/>
          </p:nvPr>
        </p:nvSpPr>
        <p:spPr>
          <a:xfrm>
            <a:off x="713197" y="2372530"/>
            <a:ext cx="2309700" cy="1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1" name="Google Shape;181;p28"/>
          <p:cNvSpPr txBox="1"/>
          <p:nvPr>
            <p:ph idx="2" type="subTitle"/>
          </p:nvPr>
        </p:nvSpPr>
        <p:spPr>
          <a:xfrm>
            <a:off x="3417146" y="2372530"/>
            <a:ext cx="2309700" cy="1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2" name="Google Shape;182;p28"/>
          <p:cNvSpPr txBox="1"/>
          <p:nvPr>
            <p:ph idx="3" type="subTitle"/>
          </p:nvPr>
        </p:nvSpPr>
        <p:spPr>
          <a:xfrm>
            <a:off x="6121103" y="2372530"/>
            <a:ext cx="2309700" cy="1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3" name="Google Shape;183;p28"/>
          <p:cNvSpPr txBox="1"/>
          <p:nvPr>
            <p:ph idx="4" type="subTitle"/>
          </p:nvPr>
        </p:nvSpPr>
        <p:spPr>
          <a:xfrm>
            <a:off x="713197" y="1956125"/>
            <a:ext cx="2309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4" name="Google Shape;184;p28"/>
          <p:cNvSpPr txBox="1"/>
          <p:nvPr>
            <p:ph idx="5" type="subTitle"/>
          </p:nvPr>
        </p:nvSpPr>
        <p:spPr>
          <a:xfrm>
            <a:off x="3417150" y="1956125"/>
            <a:ext cx="2309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5" name="Google Shape;185;p28"/>
          <p:cNvSpPr txBox="1"/>
          <p:nvPr>
            <p:ph idx="6" type="subTitle"/>
          </p:nvPr>
        </p:nvSpPr>
        <p:spPr>
          <a:xfrm>
            <a:off x="6121103" y="1956125"/>
            <a:ext cx="2309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29"/>
          <p:cNvGrpSpPr/>
          <p:nvPr/>
        </p:nvGrpSpPr>
        <p:grpSpPr>
          <a:xfrm>
            <a:off x="-1408557" y="-2971010"/>
            <a:ext cx="15719281" cy="12321938"/>
            <a:chOff x="-1408557" y="-2971010"/>
            <a:chExt cx="15719281" cy="12321938"/>
          </a:xfrm>
        </p:grpSpPr>
        <p:pic>
          <p:nvPicPr>
            <p:cNvPr id="188" name="Google Shape;18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9497111">
              <a:off x="4805613" y="4085014"/>
              <a:ext cx="9144001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>
              <a:off x="-1408557" y="-297101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0" name="Google Shape;190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1" name="Google Shape;191;p29"/>
          <p:cNvSpPr txBox="1"/>
          <p:nvPr>
            <p:ph idx="1" type="subTitle"/>
          </p:nvPr>
        </p:nvSpPr>
        <p:spPr>
          <a:xfrm>
            <a:off x="713197" y="3432280"/>
            <a:ext cx="2309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2" name="Google Shape;192;p29"/>
          <p:cNvSpPr txBox="1"/>
          <p:nvPr>
            <p:ph idx="2" type="subTitle"/>
          </p:nvPr>
        </p:nvSpPr>
        <p:spPr>
          <a:xfrm>
            <a:off x="3417148" y="3432280"/>
            <a:ext cx="2309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3" name="Google Shape;193;p29"/>
          <p:cNvSpPr txBox="1"/>
          <p:nvPr>
            <p:ph idx="3" type="subTitle"/>
          </p:nvPr>
        </p:nvSpPr>
        <p:spPr>
          <a:xfrm>
            <a:off x="6121103" y="3432280"/>
            <a:ext cx="2309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4" name="Google Shape;194;p29"/>
          <p:cNvSpPr txBox="1"/>
          <p:nvPr>
            <p:ph idx="4" type="subTitle"/>
          </p:nvPr>
        </p:nvSpPr>
        <p:spPr>
          <a:xfrm>
            <a:off x="713197" y="3015875"/>
            <a:ext cx="2309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5" name="Google Shape;195;p29"/>
          <p:cNvSpPr txBox="1"/>
          <p:nvPr>
            <p:ph idx="5" type="subTitle"/>
          </p:nvPr>
        </p:nvSpPr>
        <p:spPr>
          <a:xfrm>
            <a:off x="3417148" y="3015875"/>
            <a:ext cx="2309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6" name="Google Shape;196;p29"/>
          <p:cNvSpPr txBox="1"/>
          <p:nvPr>
            <p:ph idx="6" type="subTitle"/>
          </p:nvPr>
        </p:nvSpPr>
        <p:spPr>
          <a:xfrm>
            <a:off x="6121103" y="3015875"/>
            <a:ext cx="2309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oogle Shape;198;p30"/>
          <p:cNvGrpSpPr/>
          <p:nvPr/>
        </p:nvGrpSpPr>
        <p:grpSpPr>
          <a:xfrm>
            <a:off x="-3664625" y="-3171360"/>
            <a:ext cx="15888147" cy="11219987"/>
            <a:chOff x="-3664625" y="-3171360"/>
            <a:chExt cx="15888147" cy="11219987"/>
          </a:xfrm>
        </p:grpSpPr>
        <p:pic>
          <p:nvPicPr>
            <p:cNvPr id="199" name="Google Shape;199;p3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>
              <a:off x="5873980" y="2905125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3664625" y="-317136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1" name="Google Shape;201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2" name="Google Shape;202;p30"/>
          <p:cNvSpPr txBox="1"/>
          <p:nvPr>
            <p:ph idx="1" type="subTitle"/>
          </p:nvPr>
        </p:nvSpPr>
        <p:spPr>
          <a:xfrm>
            <a:off x="1519924" y="1767800"/>
            <a:ext cx="28110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3" name="Google Shape;203;p30"/>
          <p:cNvSpPr txBox="1"/>
          <p:nvPr>
            <p:ph idx="2" type="subTitle"/>
          </p:nvPr>
        </p:nvSpPr>
        <p:spPr>
          <a:xfrm>
            <a:off x="4813076" y="1767800"/>
            <a:ext cx="28110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4" name="Google Shape;204;p30"/>
          <p:cNvSpPr txBox="1"/>
          <p:nvPr>
            <p:ph idx="3" type="subTitle"/>
          </p:nvPr>
        </p:nvSpPr>
        <p:spPr>
          <a:xfrm>
            <a:off x="1519924" y="3276050"/>
            <a:ext cx="28110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5" name="Google Shape;205;p30"/>
          <p:cNvSpPr txBox="1"/>
          <p:nvPr>
            <p:ph idx="4" type="subTitle"/>
          </p:nvPr>
        </p:nvSpPr>
        <p:spPr>
          <a:xfrm>
            <a:off x="4813076" y="3276050"/>
            <a:ext cx="28110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6" name="Google Shape;206;p30"/>
          <p:cNvSpPr txBox="1"/>
          <p:nvPr>
            <p:ph idx="5" type="subTitle"/>
          </p:nvPr>
        </p:nvSpPr>
        <p:spPr>
          <a:xfrm>
            <a:off x="1519924" y="1351400"/>
            <a:ext cx="28110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7" name="Google Shape;207;p30"/>
          <p:cNvSpPr txBox="1"/>
          <p:nvPr>
            <p:ph idx="6" type="subTitle"/>
          </p:nvPr>
        </p:nvSpPr>
        <p:spPr>
          <a:xfrm>
            <a:off x="1519924" y="2859650"/>
            <a:ext cx="28110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8" name="Google Shape;208;p30"/>
          <p:cNvSpPr txBox="1"/>
          <p:nvPr>
            <p:ph idx="7" type="subTitle"/>
          </p:nvPr>
        </p:nvSpPr>
        <p:spPr>
          <a:xfrm>
            <a:off x="4813049" y="1351400"/>
            <a:ext cx="28110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9" name="Google Shape;209;p30"/>
          <p:cNvSpPr txBox="1"/>
          <p:nvPr>
            <p:ph idx="8" type="subTitle"/>
          </p:nvPr>
        </p:nvSpPr>
        <p:spPr>
          <a:xfrm>
            <a:off x="4813049" y="2859650"/>
            <a:ext cx="28110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7_1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31"/>
          <p:cNvGrpSpPr/>
          <p:nvPr/>
        </p:nvGrpSpPr>
        <p:grpSpPr>
          <a:xfrm flipH="1">
            <a:off x="-3336773" y="-4209191"/>
            <a:ext cx="14286840" cy="11676792"/>
            <a:chOff x="-1736573" y="-4209191"/>
            <a:chExt cx="14286840" cy="11676792"/>
          </a:xfrm>
        </p:grpSpPr>
        <p:pic>
          <p:nvPicPr>
            <p:cNvPr id="212" name="Google Shape;212;p3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-1736573" y="232410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" name="Google Shape;213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141246">
              <a:off x="5786796" y="-1363711"/>
              <a:ext cx="9144006" cy="37058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4" name="Google Shape;214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5" name="Google Shape;215;p31"/>
          <p:cNvSpPr txBox="1"/>
          <p:nvPr>
            <p:ph idx="1" type="subTitle"/>
          </p:nvPr>
        </p:nvSpPr>
        <p:spPr>
          <a:xfrm>
            <a:off x="720034" y="1808086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6" name="Google Shape;216;p31"/>
          <p:cNvSpPr txBox="1"/>
          <p:nvPr>
            <p:ph idx="2" type="subTitle"/>
          </p:nvPr>
        </p:nvSpPr>
        <p:spPr>
          <a:xfrm>
            <a:off x="3359400" y="1808086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7" name="Google Shape;217;p31"/>
          <p:cNvSpPr txBox="1"/>
          <p:nvPr>
            <p:ph idx="3" type="subTitle"/>
          </p:nvPr>
        </p:nvSpPr>
        <p:spPr>
          <a:xfrm>
            <a:off x="2039717" y="3306550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8" name="Google Shape;218;p31"/>
          <p:cNvSpPr txBox="1"/>
          <p:nvPr>
            <p:ph idx="4" type="subTitle"/>
          </p:nvPr>
        </p:nvSpPr>
        <p:spPr>
          <a:xfrm>
            <a:off x="4679083" y="3306550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9" name="Google Shape;219;p31"/>
          <p:cNvSpPr txBox="1"/>
          <p:nvPr>
            <p:ph idx="5" type="subTitle"/>
          </p:nvPr>
        </p:nvSpPr>
        <p:spPr>
          <a:xfrm>
            <a:off x="5998766" y="1808086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0" name="Google Shape;220;p31"/>
          <p:cNvSpPr txBox="1"/>
          <p:nvPr>
            <p:ph idx="6" type="subTitle"/>
          </p:nvPr>
        </p:nvSpPr>
        <p:spPr>
          <a:xfrm>
            <a:off x="720034" y="1391675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1" name="Google Shape;221;p31"/>
          <p:cNvSpPr txBox="1"/>
          <p:nvPr>
            <p:ph idx="7" type="subTitle"/>
          </p:nvPr>
        </p:nvSpPr>
        <p:spPr>
          <a:xfrm>
            <a:off x="3359400" y="1391675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2" name="Google Shape;222;p31"/>
          <p:cNvSpPr txBox="1"/>
          <p:nvPr>
            <p:ph idx="8" type="subTitle"/>
          </p:nvPr>
        </p:nvSpPr>
        <p:spPr>
          <a:xfrm>
            <a:off x="5998766" y="1391675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3" name="Google Shape;223;p31"/>
          <p:cNvSpPr txBox="1"/>
          <p:nvPr>
            <p:ph idx="9" type="subTitle"/>
          </p:nvPr>
        </p:nvSpPr>
        <p:spPr>
          <a:xfrm>
            <a:off x="2039717" y="2890152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4" name="Google Shape;224;p31"/>
          <p:cNvSpPr txBox="1"/>
          <p:nvPr>
            <p:ph idx="13" type="subTitle"/>
          </p:nvPr>
        </p:nvSpPr>
        <p:spPr>
          <a:xfrm>
            <a:off x="4679083" y="2890152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oogle Shape;226;p32"/>
          <p:cNvGrpSpPr/>
          <p:nvPr/>
        </p:nvGrpSpPr>
        <p:grpSpPr>
          <a:xfrm>
            <a:off x="-1736573" y="-4209191"/>
            <a:ext cx="14286840" cy="11676792"/>
            <a:chOff x="-1736573" y="-4209191"/>
            <a:chExt cx="14286840" cy="11676792"/>
          </a:xfrm>
        </p:grpSpPr>
        <p:pic>
          <p:nvPicPr>
            <p:cNvPr id="227" name="Google Shape;227;p3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-1736573" y="232410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" name="Google Shape;228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141246">
              <a:off x="5786796" y="-1363711"/>
              <a:ext cx="9144006" cy="37058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9" name="Google Shape;229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0" name="Google Shape;230;p32"/>
          <p:cNvSpPr txBox="1"/>
          <p:nvPr>
            <p:ph idx="1" type="subTitle"/>
          </p:nvPr>
        </p:nvSpPr>
        <p:spPr>
          <a:xfrm>
            <a:off x="720034" y="1808099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1" name="Google Shape;231;p32"/>
          <p:cNvSpPr txBox="1"/>
          <p:nvPr>
            <p:ph idx="2" type="subTitle"/>
          </p:nvPr>
        </p:nvSpPr>
        <p:spPr>
          <a:xfrm>
            <a:off x="3359402" y="1808099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2" name="Google Shape;232;p32"/>
          <p:cNvSpPr txBox="1"/>
          <p:nvPr>
            <p:ph idx="3" type="subTitle"/>
          </p:nvPr>
        </p:nvSpPr>
        <p:spPr>
          <a:xfrm>
            <a:off x="720034" y="3306563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3" name="Google Shape;233;p32"/>
          <p:cNvSpPr txBox="1"/>
          <p:nvPr>
            <p:ph idx="4" type="subTitle"/>
          </p:nvPr>
        </p:nvSpPr>
        <p:spPr>
          <a:xfrm>
            <a:off x="3359400" y="3306563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4" name="Google Shape;234;p32"/>
          <p:cNvSpPr txBox="1"/>
          <p:nvPr>
            <p:ph idx="5" type="subTitle"/>
          </p:nvPr>
        </p:nvSpPr>
        <p:spPr>
          <a:xfrm>
            <a:off x="5998766" y="1808099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5" name="Google Shape;235;p32"/>
          <p:cNvSpPr txBox="1"/>
          <p:nvPr>
            <p:ph idx="6" type="subTitle"/>
          </p:nvPr>
        </p:nvSpPr>
        <p:spPr>
          <a:xfrm>
            <a:off x="5998766" y="3306563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6" name="Google Shape;236;p32"/>
          <p:cNvSpPr txBox="1"/>
          <p:nvPr>
            <p:ph idx="7" type="subTitle"/>
          </p:nvPr>
        </p:nvSpPr>
        <p:spPr>
          <a:xfrm>
            <a:off x="720034" y="1391688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7" name="Google Shape;237;p32"/>
          <p:cNvSpPr txBox="1"/>
          <p:nvPr>
            <p:ph idx="8" type="subTitle"/>
          </p:nvPr>
        </p:nvSpPr>
        <p:spPr>
          <a:xfrm>
            <a:off x="3359402" y="1391688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8" name="Google Shape;238;p32"/>
          <p:cNvSpPr txBox="1"/>
          <p:nvPr>
            <p:ph idx="9" type="subTitle"/>
          </p:nvPr>
        </p:nvSpPr>
        <p:spPr>
          <a:xfrm>
            <a:off x="5998766" y="1391688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9" name="Google Shape;239;p32"/>
          <p:cNvSpPr txBox="1"/>
          <p:nvPr>
            <p:ph idx="13" type="subTitle"/>
          </p:nvPr>
        </p:nvSpPr>
        <p:spPr>
          <a:xfrm>
            <a:off x="720034" y="2890165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0" name="Google Shape;240;p32"/>
          <p:cNvSpPr txBox="1"/>
          <p:nvPr>
            <p:ph idx="14" type="subTitle"/>
          </p:nvPr>
        </p:nvSpPr>
        <p:spPr>
          <a:xfrm>
            <a:off x="3359402" y="2890165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1" name="Google Shape;241;p32"/>
          <p:cNvSpPr txBox="1"/>
          <p:nvPr>
            <p:ph idx="15" type="subTitle"/>
          </p:nvPr>
        </p:nvSpPr>
        <p:spPr>
          <a:xfrm>
            <a:off x="5998766" y="2890165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nine columns">
  <p:cSld name="CUSTOM_7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oogle Shape;243;p33"/>
          <p:cNvGrpSpPr/>
          <p:nvPr/>
        </p:nvGrpSpPr>
        <p:grpSpPr>
          <a:xfrm>
            <a:off x="-1736573" y="-4209191"/>
            <a:ext cx="14286840" cy="11676792"/>
            <a:chOff x="-1736573" y="-4209191"/>
            <a:chExt cx="14286840" cy="11676792"/>
          </a:xfrm>
        </p:grpSpPr>
        <p:pic>
          <p:nvPicPr>
            <p:cNvPr id="244" name="Google Shape;244;p3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-1736573" y="232410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" name="Google Shape;245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141246">
              <a:off x="5786796" y="-1363711"/>
              <a:ext cx="9144006" cy="37058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6" name="Google Shape;246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7" name="Google Shape;247;p33"/>
          <p:cNvSpPr txBox="1"/>
          <p:nvPr>
            <p:ph idx="1" type="subTitle"/>
          </p:nvPr>
        </p:nvSpPr>
        <p:spPr>
          <a:xfrm>
            <a:off x="1222750" y="1608317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8" name="Google Shape;248;p33"/>
          <p:cNvSpPr txBox="1"/>
          <p:nvPr>
            <p:ph idx="2" type="subTitle"/>
          </p:nvPr>
        </p:nvSpPr>
        <p:spPr>
          <a:xfrm>
            <a:off x="3617876" y="1608317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9" name="Google Shape;249;p33"/>
          <p:cNvSpPr txBox="1"/>
          <p:nvPr>
            <p:ph idx="3" type="subTitle"/>
          </p:nvPr>
        </p:nvSpPr>
        <p:spPr>
          <a:xfrm>
            <a:off x="1222750" y="2741972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0" name="Google Shape;250;p33"/>
          <p:cNvSpPr txBox="1"/>
          <p:nvPr>
            <p:ph idx="4" type="subTitle"/>
          </p:nvPr>
        </p:nvSpPr>
        <p:spPr>
          <a:xfrm>
            <a:off x="3617876" y="2741972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1" name="Google Shape;251;p33"/>
          <p:cNvSpPr txBox="1"/>
          <p:nvPr>
            <p:ph idx="5" type="subTitle"/>
          </p:nvPr>
        </p:nvSpPr>
        <p:spPr>
          <a:xfrm>
            <a:off x="6007550" y="1608317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2" name="Google Shape;252;p33"/>
          <p:cNvSpPr txBox="1"/>
          <p:nvPr>
            <p:ph idx="6" type="subTitle"/>
          </p:nvPr>
        </p:nvSpPr>
        <p:spPr>
          <a:xfrm>
            <a:off x="6007550" y="2741972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3" name="Google Shape;253;p33"/>
          <p:cNvSpPr txBox="1"/>
          <p:nvPr>
            <p:ph idx="7" type="subTitle"/>
          </p:nvPr>
        </p:nvSpPr>
        <p:spPr>
          <a:xfrm>
            <a:off x="1221250" y="1191925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4" name="Google Shape;254;p33"/>
          <p:cNvSpPr txBox="1"/>
          <p:nvPr>
            <p:ph idx="8" type="subTitle"/>
          </p:nvPr>
        </p:nvSpPr>
        <p:spPr>
          <a:xfrm>
            <a:off x="3616376" y="1191925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5" name="Google Shape;255;p33"/>
          <p:cNvSpPr txBox="1"/>
          <p:nvPr>
            <p:ph idx="9" type="subTitle"/>
          </p:nvPr>
        </p:nvSpPr>
        <p:spPr>
          <a:xfrm>
            <a:off x="6006050" y="1191925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6" name="Google Shape;256;p33"/>
          <p:cNvSpPr txBox="1"/>
          <p:nvPr>
            <p:ph idx="13" type="subTitle"/>
          </p:nvPr>
        </p:nvSpPr>
        <p:spPr>
          <a:xfrm>
            <a:off x="1221250" y="2325578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7" name="Google Shape;257;p33"/>
          <p:cNvSpPr txBox="1"/>
          <p:nvPr>
            <p:ph idx="14" type="subTitle"/>
          </p:nvPr>
        </p:nvSpPr>
        <p:spPr>
          <a:xfrm>
            <a:off x="3616376" y="2325578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8" name="Google Shape;258;p33"/>
          <p:cNvSpPr txBox="1"/>
          <p:nvPr>
            <p:ph idx="15" type="subTitle"/>
          </p:nvPr>
        </p:nvSpPr>
        <p:spPr>
          <a:xfrm>
            <a:off x="6006050" y="2325578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9" name="Google Shape;259;p33"/>
          <p:cNvSpPr txBox="1"/>
          <p:nvPr>
            <p:ph idx="16" type="subTitle"/>
          </p:nvPr>
        </p:nvSpPr>
        <p:spPr>
          <a:xfrm>
            <a:off x="1222750" y="3875625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0" name="Google Shape;260;p33"/>
          <p:cNvSpPr txBox="1"/>
          <p:nvPr>
            <p:ph idx="17" type="subTitle"/>
          </p:nvPr>
        </p:nvSpPr>
        <p:spPr>
          <a:xfrm>
            <a:off x="3617876" y="3875625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1" name="Google Shape;261;p33"/>
          <p:cNvSpPr txBox="1"/>
          <p:nvPr>
            <p:ph idx="18" type="subTitle"/>
          </p:nvPr>
        </p:nvSpPr>
        <p:spPr>
          <a:xfrm>
            <a:off x="6007550" y="3875625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2" name="Google Shape;262;p33"/>
          <p:cNvSpPr txBox="1"/>
          <p:nvPr>
            <p:ph idx="19" type="subTitle"/>
          </p:nvPr>
        </p:nvSpPr>
        <p:spPr>
          <a:xfrm>
            <a:off x="1221250" y="3459230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3" name="Google Shape;263;p33"/>
          <p:cNvSpPr txBox="1"/>
          <p:nvPr>
            <p:ph idx="20" type="subTitle"/>
          </p:nvPr>
        </p:nvSpPr>
        <p:spPr>
          <a:xfrm>
            <a:off x="3616376" y="3459230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4" name="Google Shape;264;p33"/>
          <p:cNvSpPr txBox="1"/>
          <p:nvPr>
            <p:ph idx="21" type="subTitle"/>
          </p:nvPr>
        </p:nvSpPr>
        <p:spPr>
          <a:xfrm>
            <a:off x="6006050" y="3459230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34"/>
          <p:cNvGrpSpPr/>
          <p:nvPr/>
        </p:nvGrpSpPr>
        <p:grpSpPr>
          <a:xfrm>
            <a:off x="-3509179" y="-4022939"/>
            <a:ext cx="14394662" cy="11669384"/>
            <a:chOff x="-3509179" y="-4022939"/>
            <a:chExt cx="14394662" cy="11669384"/>
          </a:xfrm>
        </p:grpSpPr>
        <p:pic>
          <p:nvPicPr>
            <p:cNvPr id="267" name="Google Shape;267;p3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2384137">
              <a:off x="-2371954" y="1694653"/>
              <a:ext cx="4387546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8" name="Google Shape;26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-5713368">
              <a:off x="4052077" y="-1154160"/>
              <a:ext cx="9144006" cy="37058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9" name="Google Shape;269;p34"/>
          <p:cNvSpPr txBox="1"/>
          <p:nvPr>
            <p:ph hasCustomPrompt="1" type="title"/>
          </p:nvPr>
        </p:nvSpPr>
        <p:spPr>
          <a:xfrm>
            <a:off x="2223600" y="603432"/>
            <a:ext cx="4696800" cy="877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0" name="Google Shape;270;p34"/>
          <p:cNvSpPr txBox="1"/>
          <p:nvPr>
            <p:ph idx="1" type="subTitle"/>
          </p:nvPr>
        </p:nvSpPr>
        <p:spPr>
          <a:xfrm>
            <a:off x="2223600" y="1404421"/>
            <a:ext cx="46968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71" name="Google Shape;271;p34"/>
          <p:cNvSpPr txBox="1"/>
          <p:nvPr>
            <p:ph hasCustomPrompt="1" idx="2" type="title"/>
          </p:nvPr>
        </p:nvSpPr>
        <p:spPr>
          <a:xfrm>
            <a:off x="2223600" y="1955688"/>
            <a:ext cx="4696800" cy="877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2" name="Google Shape;272;p34"/>
          <p:cNvSpPr txBox="1"/>
          <p:nvPr>
            <p:ph idx="3" type="subTitle"/>
          </p:nvPr>
        </p:nvSpPr>
        <p:spPr>
          <a:xfrm>
            <a:off x="2223600" y="2756697"/>
            <a:ext cx="46968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73" name="Google Shape;273;p34"/>
          <p:cNvSpPr txBox="1"/>
          <p:nvPr>
            <p:ph hasCustomPrompt="1" idx="4" type="title"/>
          </p:nvPr>
        </p:nvSpPr>
        <p:spPr>
          <a:xfrm>
            <a:off x="2223600" y="3307944"/>
            <a:ext cx="4696800" cy="877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4" name="Google Shape;274;p34"/>
          <p:cNvSpPr txBox="1"/>
          <p:nvPr>
            <p:ph idx="5" type="subTitle"/>
          </p:nvPr>
        </p:nvSpPr>
        <p:spPr>
          <a:xfrm>
            <a:off x="2223600" y="4108968"/>
            <a:ext cx="46968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oogle Shape;276;p35"/>
          <p:cNvGrpSpPr/>
          <p:nvPr/>
        </p:nvGrpSpPr>
        <p:grpSpPr>
          <a:xfrm>
            <a:off x="-2384195" y="-2866560"/>
            <a:ext cx="14035773" cy="10829462"/>
            <a:chOff x="-2384195" y="-2866560"/>
            <a:chExt cx="14035773" cy="10829462"/>
          </a:xfrm>
        </p:grpSpPr>
        <p:pic>
          <p:nvPicPr>
            <p:cNvPr id="277" name="Google Shape;277;p3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>
              <a:off x="-2384195" y="-286656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8" name="Google Shape;278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5302035" y="28194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9" name="Google Shape;279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-1165517" y="215265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0" name="Google Shape;280;p35"/>
          <p:cNvSpPr txBox="1"/>
          <p:nvPr>
            <p:ph type="title"/>
          </p:nvPr>
        </p:nvSpPr>
        <p:spPr>
          <a:xfrm>
            <a:off x="2347950" y="821063"/>
            <a:ext cx="4448100" cy="110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1" name="Google Shape;281;p35"/>
          <p:cNvSpPr txBox="1"/>
          <p:nvPr>
            <p:ph idx="1" type="subTitle"/>
          </p:nvPr>
        </p:nvSpPr>
        <p:spPr>
          <a:xfrm>
            <a:off x="2347950" y="1717431"/>
            <a:ext cx="4448100" cy="10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2" name="Google Shape;282;p35"/>
          <p:cNvSpPr txBox="1"/>
          <p:nvPr/>
        </p:nvSpPr>
        <p:spPr>
          <a:xfrm>
            <a:off x="2099100" y="3527556"/>
            <a:ext cx="494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CREDITS:</a:t>
            </a: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b="1" sz="1000" u="sng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36"/>
          <p:cNvGrpSpPr/>
          <p:nvPr/>
        </p:nvGrpSpPr>
        <p:grpSpPr>
          <a:xfrm>
            <a:off x="-3653639" y="-2790360"/>
            <a:ext cx="15724511" cy="11210106"/>
            <a:chOff x="-3653639" y="-2790360"/>
            <a:chExt cx="15724511" cy="11210106"/>
          </a:xfrm>
        </p:grpSpPr>
        <p:pic>
          <p:nvPicPr>
            <p:cNvPr id="285" name="Google Shape;285;p3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440775" y="-279036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6" name="Google Shape;286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660645">
              <a:off x="-2822346" y="2095850"/>
              <a:ext cx="6349545" cy="51435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7" name="Google Shape;28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1557935">
              <a:off x="6778778" y="1904999"/>
              <a:ext cx="4387548" cy="514350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oogle Shape;289;p37"/>
          <p:cNvGrpSpPr/>
          <p:nvPr/>
        </p:nvGrpSpPr>
        <p:grpSpPr>
          <a:xfrm>
            <a:off x="-3038425" y="-2885610"/>
            <a:ext cx="15526757" cy="10936860"/>
            <a:chOff x="-3038425" y="-2885610"/>
            <a:chExt cx="15526757" cy="10936860"/>
          </a:xfrm>
        </p:grpSpPr>
        <p:pic>
          <p:nvPicPr>
            <p:cNvPr id="290" name="Google Shape;290;p3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>
              <a:off x="330951" y="-288561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1" name="Google Shape;291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-1028951">
              <a:off x="5521633" y="2085974"/>
              <a:ext cx="634954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2" name="Google Shape;292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 rot="1600190">
              <a:off x="-2117498" y="1333498"/>
              <a:ext cx="4387549" cy="514350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○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■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○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■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○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■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8"/>
          <p:cNvSpPr txBox="1"/>
          <p:nvPr>
            <p:ph type="ctrTitle"/>
          </p:nvPr>
        </p:nvSpPr>
        <p:spPr>
          <a:xfrm>
            <a:off x="713250" y="1525050"/>
            <a:ext cx="7717500" cy="16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Digital Onboarding: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Introduction to Verification </a:t>
            </a:r>
            <a:endParaRPr sz="4200"/>
          </a:p>
        </p:txBody>
      </p:sp>
      <p:sp>
        <p:nvSpPr>
          <p:cNvPr id="298" name="Google Shape;298;p38"/>
          <p:cNvSpPr txBox="1"/>
          <p:nvPr>
            <p:ph idx="1" type="subTitle"/>
          </p:nvPr>
        </p:nvSpPr>
        <p:spPr>
          <a:xfrm>
            <a:off x="2307700" y="3187350"/>
            <a:ext cx="45288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Silicats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9"/>
          <p:cNvSpPr txBox="1"/>
          <p:nvPr>
            <p:ph type="title"/>
          </p:nvPr>
        </p:nvSpPr>
        <p:spPr>
          <a:xfrm>
            <a:off x="637625" y="445025"/>
            <a:ext cx="778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Verification?</a:t>
            </a:r>
            <a:endParaRPr/>
          </a:p>
        </p:txBody>
      </p:sp>
      <p:sp>
        <p:nvSpPr>
          <p:cNvPr id="304" name="Google Shape;304;p39"/>
          <p:cNvSpPr txBox="1"/>
          <p:nvPr>
            <p:ph idx="2" type="subTitle"/>
          </p:nvPr>
        </p:nvSpPr>
        <p:spPr>
          <a:xfrm>
            <a:off x="637625" y="1137100"/>
            <a:ext cx="4760400" cy="3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How do we know this design works?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Designs have thousands to millions of possible input combinations.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What would it take to actually be confident this is correct?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Verification is the systematic process of confirming a design behaves according to its specification.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Verification ≠ testing: testing checks specific cases, verification aims for confidence across all cases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Verification ≠ debugging: debugging happens after verification finds a problem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Applies at every level: individual modules, subsystems, and full-chip integration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305" name="Google Shape;305;p39" title="Screenshot 2026-05-27 at 7.09.4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2825" y="1069400"/>
            <a:ext cx="3232175" cy="318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0"/>
          <p:cNvSpPr txBox="1"/>
          <p:nvPr>
            <p:ph idx="2" type="subTitle"/>
          </p:nvPr>
        </p:nvSpPr>
        <p:spPr>
          <a:xfrm>
            <a:off x="1284598" y="1794875"/>
            <a:ext cx="3095400" cy="20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art 12: The 2022 Wilson Research Group Functional Verification Study -  Verification Horizons" id="311" name="Google Shape;31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225" y="342250"/>
            <a:ext cx="7761101" cy="436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1"/>
          <p:cNvSpPr txBox="1"/>
          <p:nvPr>
            <p:ph type="title"/>
          </p:nvPr>
        </p:nvSpPr>
        <p:spPr>
          <a:xfrm>
            <a:off x="637625" y="445025"/>
            <a:ext cx="778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Tests</a:t>
            </a:r>
            <a:endParaRPr/>
          </a:p>
        </p:txBody>
      </p:sp>
      <p:sp>
        <p:nvSpPr>
          <p:cNvPr id="317" name="Google Shape;317;p41"/>
          <p:cNvSpPr txBox="1"/>
          <p:nvPr>
            <p:ph idx="4294967295" type="subTitle"/>
          </p:nvPr>
        </p:nvSpPr>
        <p:spPr>
          <a:xfrm>
            <a:off x="637625" y="1137100"/>
            <a:ext cx="7653000" cy="3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Directed tests: hand-crafted inputs targeting a specific scenario or known behavior (e.g., "check that 2+2=4", rst is correctly resetting values)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Random tests: randomly generated inputs to catch unexpected edge cases you didn't think to write directly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Constrained-random tests: randomness within defined rules (e.g., random values, but always within valid input ranges)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Regression tests: a saved suite of tests re-run every time the design changes, to catch bugs that get reintroduced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Corner-case tests: deliberately targeting boundary/edge conditions (overflow, reset-during-operation, simultaneous events)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Smoke tests: quick, basic tests to confirm the design isn't fundamentally broken before running the full suite 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2"/>
          <p:cNvSpPr txBox="1"/>
          <p:nvPr>
            <p:ph type="title"/>
          </p:nvPr>
        </p:nvSpPr>
        <p:spPr>
          <a:xfrm>
            <a:off x="637625" y="445025"/>
            <a:ext cx="7786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Bugs and Debugging</a:t>
            </a:r>
            <a:endParaRPr sz="3000"/>
          </a:p>
        </p:txBody>
      </p:sp>
      <p:sp>
        <p:nvSpPr>
          <p:cNvPr id="323" name="Google Shape;323;p42"/>
          <p:cNvSpPr txBox="1"/>
          <p:nvPr>
            <p:ph idx="4294967295" type="subTitle"/>
          </p:nvPr>
        </p:nvSpPr>
        <p:spPr>
          <a:xfrm>
            <a:off x="637625" y="1137100"/>
            <a:ext cx="7653000" cy="3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What a bug is: any behavior that doesn't match the intended specification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 debugging loop: reproduce → isolate → identify root cause → fix → re-verify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Bugs are rarely obvious, most are found through deliberate, structured testing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In industry, verification engineers often outnumber design engineers on a team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 single missed bug in silicon can cost millions of dollars and months of delay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Tools for debugging 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Waveform viewers (e.g., ModelSim): trace signal values over time to see exactly where behavior diverges from expectation 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Divide and conquer: narrow down where the bug lives 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Print/log statements: add $display messages to trace values at key points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Assertions: flag violations when they happen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Isolate the minimal failing case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3"/>
          <p:cNvSpPr txBox="1"/>
          <p:nvPr>
            <p:ph type="title"/>
          </p:nvPr>
        </p:nvSpPr>
        <p:spPr>
          <a:xfrm>
            <a:off x="637625" y="445025"/>
            <a:ext cx="7786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Waveform Debugging Example</a:t>
            </a:r>
            <a:endParaRPr sz="3000"/>
          </a:p>
        </p:txBody>
      </p:sp>
      <p:sp>
        <p:nvSpPr>
          <p:cNvPr id="329" name="Google Shape;329;p43"/>
          <p:cNvSpPr txBox="1"/>
          <p:nvPr>
            <p:ph idx="4294967295" type="subTitle"/>
          </p:nvPr>
        </p:nvSpPr>
        <p:spPr>
          <a:xfrm>
            <a:off x="637625" y="1137100"/>
            <a:ext cx="7653000" cy="3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Intended Specification: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The module is a three-stage pipelined 32-bit adder. It should capture a_in and b_in in Stage 0, calculate their sum in Stage 1, and present that sum at result_out in Stage 2.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330" name="Google Shape;330;p43" title="Screenshot 2026-08-14 at 1.35.36 AM.png"/>
          <p:cNvPicPr preferRelativeResize="0"/>
          <p:nvPr/>
        </p:nvPicPr>
        <p:blipFill rotWithShape="1">
          <a:blip r:embed="rId3">
            <a:alphaModFix/>
          </a:blip>
          <a:srcRect b="0" l="0" r="31182" t="0"/>
          <a:stretch/>
        </p:blipFill>
        <p:spPr>
          <a:xfrm>
            <a:off x="87650" y="2402300"/>
            <a:ext cx="8886451" cy="180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4"/>
          <p:cNvSpPr txBox="1"/>
          <p:nvPr>
            <p:ph type="title"/>
          </p:nvPr>
        </p:nvSpPr>
        <p:spPr>
          <a:xfrm>
            <a:off x="637625" y="445025"/>
            <a:ext cx="7786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Waveform Debugging Answer</a:t>
            </a:r>
            <a:endParaRPr sz="3000"/>
          </a:p>
        </p:txBody>
      </p:sp>
      <p:sp>
        <p:nvSpPr>
          <p:cNvPr id="336" name="Google Shape;336;p44"/>
          <p:cNvSpPr txBox="1"/>
          <p:nvPr>
            <p:ph idx="4294967295" type="subTitle"/>
          </p:nvPr>
        </p:nvSpPr>
        <p:spPr>
          <a:xfrm>
            <a:off x="637625" y="1137100"/>
            <a:ext cx="7653000" cy="3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Intended Specification: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The module is a three-stage pipelined 32-bit adder. It should capture a_in and b_in in Stage 0, calculate their sum in Stage 1, and present that sum at result_out in Stage 2.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Therefore, each input pair’s sum should appear at result_out exactly three rising clock edges after that pair is sampled. In the waveform, result_out appears one clock edge after result, revealing an unintended fourth pipeline stage.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337" name="Google Shape;337;p44" title="Screenshot 2026-08-14 at 1.35.36 AM.png"/>
          <p:cNvPicPr preferRelativeResize="0"/>
          <p:nvPr/>
        </p:nvPicPr>
        <p:blipFill rotWithShape="1">
          <a:blip r:embed="rId3">
            <a:alphaModFix/>
          </a:blip>
          <a:srcRect b="0" l="0" r="31182" t="0"/>
          <a:stretch/>
        </p:blipFill>
        <p:spPr>
          <a:xfrm>
            <a:off x="87650" y="3072300"/>
            <a:ext cx="8886451" cy="180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5"/>
          <p:cNvSpPr txBox="1"/>
          <p:nvPr/>
        </p:nvSpPr>
        <p:spPr>
          <a:xfrm>
            <a:off x="998150" y="2087950"/>
            <a:ext cx="5866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 End</a:t>
            </a:r>
            <a:endParaRPr b="1" sz="4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merging Therapies in Nephrotic Syndrome by Slidesgo">
  <a:themeElements>
    <a:clrScheme name="Simple Light">
      <a:dk1>
        <a:srgbClr val="1D1D1C"/>
      </a:dk1>
      <a:lt1>
        <a:srgbClr val="FFFFFF"/>
      </a:lt1>
      <a:dk2>
        <a:srgbClr val="4A4A48"/>
      </a:dk2>
      <a:lt2>
        <a:srgbClr val="73736F"/>
      </a:lt2>
      <a:accent1>
        <a:srgbClr val="C4C4BE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